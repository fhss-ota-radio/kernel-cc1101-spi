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8a4550eb8486d" /><Relationship Type="http://schemas.openxmlformats.org/officeDocument/2006/relationships/extended-properties" Target="/docProps/app.xml" Id="R85361f27abc345e9" /><Relationship Type="http://schemas.openxmlformats.org/officeDocument/2006/relationships/officeDocument" Target="/ppt/presentation.xml" Id="Rffb09a6e2b1947a9" /></Relationships>
</file>

<file path=ppt/presentation.xml><?xml version="1.0" encoding="utf-8"?>
<p:presentation xmlns:p="http://schemas.openxmlformats.org/presentationml/2006/main">
  <p:sldMasterIdLst>
    <p:sldMasterId xmlns:r="http://schemas.openxmlformats.org/officeDocument/2006/relationships" id="2147483648" r:id="Rb64c63f712964924"/>
  </p:sldMasterIdLst>
  <p:notesMasterIdLst>
    <p:notesMasterId xmlns:r="http://schemas.openxmlformats.org/officeDocument/2006/relationships" r:id="R01ae6fa8a96e467d"/>
  </p:notesMasterIdLst>
  <p:sldIdLst>
    <p:sldId xmlns:r="http://schemas.openxmlformats.org/officeDocument/2006/relationships" id="256" r:id="R752fff21aeaa41cc"/>
    <p:sldId xmlns:r="http://schemas.openxmlformats.org/officeDocument/2006/relationships" id="257" r:id="R2d1abcf04bc44767"/>
    <p:sldId xmlns:r="http://schemas.openxmlformats.org/officeDocument/2006/relationships" id="258" r:id="R6b2112e5841f4a67"/>
    <p:sldId xmlns:r="http://schemas.openxmlformats.org/officeDocument/2006/relationships" id="259" r:id="R6cbcd6ae910342cf"/>
    <p:sldId xmlns:r="http://schemas.openxmlformats.org/officeDocument/2006/relationships" id="260" r:id="Rfb97b94204734464"/>
    <p:sldId xmlns:r="http://schemas.openxmlformats.org/officeDocument/2006/relationships" id="261" r:id="R5b22cafbfd3a420e"/>
    <p:sldId xmlns:r="http://schemas.openxmlformats.org/officeDocument/2006/relationships" id="262" r:id="Ra8924934deac4b1e"/>
    <p:sldId xmlns:r="http://schemas.openxmlformats.org/officeDocument/2006/relationships" id="263" r:id="R32db838aaf3347f0"/>
    <p:sldId xmlns:r="http://schemas.openxmlformats.org/officeDocument/2006/relationships" id="264" r:id="Ra5d6d0c3f14b4010"/>
    <p:sldId xmlns:r="http://schemas.openxmlformats.org/officeDocument/2006/relationships" id="265" r:id="Re456eb4dc7314a91"/>
    <p:sldId xmlns:r="http://schemas.openxmlformats.org/officeDocument/2006/relationships" id="266" r:id="Rf2d11f106d8c48b8"/>
    <p:sldId xmlns:r="http://schemas.openxmlformats.org/officeDocument/2006/relationships" id="267" r:id="R5e5d550351454ea3"/>
    <p:sldId xmlns:r="http://schemas.openxmlformats.org/officeDocument/2006/relationships" id="268" r:id="R05853073f55e477b"/>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df03cd30554cf1" /><Relationship Type="http://schemas.openxmlformats.org/officeDocument/2006/relationships/slideMaster" Target="/ppt/slideMasters/slideMaster1.xml" Id="Rb64c63f712964924" /><Relationship Type="http://schemas.openxmlformats.org/officeDocument/2006/relationships/notesMaster" Target="/ppt/notesMasters/notesMaster1.xml" Id="R01ae6fa8a96e467d" /><Relationship Type="http://schemas.openxmlformats.org/officeDocument/2006/relationships/presProps" Target="/ppt/presProps.xml" Id="Ra429f548fd6548a1" /><Relationship Type="http://schemas.openxmlformats.org/officeDocument/2006/relationships/tableStyles" Target="/ppt/tableStyles.xml" Id="Rbe81d5ab7aac4616" /><Relationship Type="http://schemas.openxmlformats.org/officeDocument/2006/relationships/slide" Target="/ppt/slides/slide1.xml" Id="R752fff21aeaa41cc" /><Relationship Type="http://schemas.openxmlformats.org/officeDocument/2006/relationships/slide" Target="/ppt/slides/slide2.xml" Id="R2d1abcf04bc44767" /><Relationship Type="http://schemas.openxmlformats.org/officeDocument/2006/relationships/slide" Target="/ppt/slides/slide3.xml" Id="R6b2112e5841f4a67" /><Relationship Type="http://schemas.openxmlformats.org/officeDocument/2006/relationships/slide" Target="/ppt/slides/slide4.xml" Id="R6cbcd6ae910342cf" /><Relationship Type="http://schemas.openxmlformats.org/officeDocument/2006/relationships/slide" Target="/ppt/slides/slide5.xml" Id="Rfb97b94204734464" /><Relationship Type="http://schemas.openxmlformats.org/officeDocument/2006/relationships/slide" Target="/ppt/slides/slide6.xml" Id="R5b22cafbfd3a420e" /><Relationship Type="http://schemas.openxmlformats.org/officeDocument/2006/relationships/slide" Target="/ppt/slides/slide7.xml" Id="Ra8924934deac4b1e" /><Relationship Type="http://schemas.openxmlformats.org/officeDocument/2006/relationships/slide" Target="/ppt/slides/slide8.xml" Id="R32db838aaf3347f0" /><Relationship Type="http://schemas.openxmlformats.org/officeDocument/2006/relationships/slide" Target="/ppt/slides/slide9.xml" Id="Ra5d6d0c3f14b4010" /><Relationship Type="http://schemas.openxmlformats.org/officeDocument/2006/relationships/slide" Target="/ppt/slides/slide10.xml" Id="Re456eb4dc7314a91" /><Relationship Type="http://schemas.openxmlformats.org/officeDocument/2006/relationships/slide" Target="/ppt/slides/slide11.xml" Id="Rf2d11f106d8c48b8" /><Relationship Type="http://schemas.openxmlformats.org/officeDocument/2006/relationships/slide" Target="/ppt/slides/slide12.xml" Id="R5e5d550351454ea3" /><Relationship Type="http://schemas.openxmlformats.org/officeDocument/2006/relationships/slide" Target="/ppt/slides/slide13.xml" Id="R05853073f55e47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9ff6fcabb54a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d2bad6ddd64b44" /><Relationship Type="http://schemas.openxmlformats.org/officeDocument/2006/relationships/notesMaster" Target="/ppt/notesMasters/notesMaster1.xml" Id="Rdebb2c0505fb40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81112ba4094de3" /><Relationship Type="http://schemas.openxmlformats.org/officeDocument/2006/relationships/notesMaster" Target="/ppt/notesMasters/notesMaster1.xml" Id="R45f021513b394d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17c3100c8bb4f3b" /><Relationship Type="http://schemas.openxmlformats.org/officeDocument/2006/relationships/notesMaster" Target="/ppt/notesMasters/notesMaster1.xml" Id="Rda1188729ee64a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62b514dd21417e" /><Relationship Type="http://schemas.openxmlformats.org/officeDocument/2006/relationships/notesMaster" Target="/ppt/notesMasters/notesMaster1.xml" Id="R2ebe37f9d04a45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b275d17ad34b59" /><Relationship Type="http://schemas.openxmlformats.org/officeDocument/2006/relationships/notesMaster" Target="/ppt/notesMasters/notesMaster1.xml" Id="Re320a2566d2840d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776f9f1f1a4a29" /><Relationship Type="http://schemas.openxmlformats.org/officeDocument/2006/relationships/notesMaster" Target="/ppt/notesMasters/notesMaster1.xml" Id="R25f3bf210aae4f2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e1dd32292b4bed" /><Relationship Type="http://schemas.openxmlformats.org/officeDocument/2006/relationships/notesMaster" Target="/ppt/notesMasters/notesMaster1.xml" Id="R0313bfc148a142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b96db6ec204c52" /><Relationship Type="http://schemas.openxmlformats.org/officeDocument/2006/relationships/notesMaster" Target="/ppt/notesMasters/notesMaster1.xml" Id="Ra6cb95bb60c94d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b94c824cf746af" /><Relationship Type="http://schemas.openxmlformats.org/officeDocument/2006/relationships/notesMaster" Target="/ppt/notesMasters/notesMaster1.xml" Id="Rb94885cc2ad6476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bcdd51d3214a0b" /><Relationship Type="http://schemas.openxmlformats.org/officeDocument/2006/relationships/notesMaster" Target="/ppt/notesMasters/notesMaster1.xml" Id="R71cf7728e02b41b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42f0d6f1b24ec2" /><Relationship Type="http://schemas.openxmlformats.org/officeDocument/2006/relationships/notesMaster" Target="/ppt/notesMasters/notesMaster1.xml" Id="R181f195b02554c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6193763d5043a3" /><Relationship Type="http://schemas.openxmlformats.org/officeDocument/2006/relationships/notesMaster" Target="/ppt/notesMasters/notesMaster1.xml" Id="Rf7164968136240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9a4634434d4373" /><Relationship Type="http://schemas.openxmlformats.org/officeDocument/2006/relationships/notesMaster" Target="/ppt/notesMasters/notesMaster1.xml" Id="R62bbba1b7e8345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저희는 라즈베리파이 게이트웨이에서 여러 ESP32 무전기로 펌웨어를 무선 배포하고, 같은 장치가 음성 통신까지 수행하도록 만든 FHSS OTA Radio 프로젝트를 소개하겠습니다. 발표에서는 전체 구조를 먼저 보고, 드라이버와 Yocto, Gateway와 Qt, 공통 프로토콜, FHSS, 음성 펌웨어, ESP32 OTA 순서로 설명하겠습니다. 마지막에는 실제 통합 과정에서 어떤 문제가 있었고 어디까지 검증했는지 말씀드리겠습니다.</a:t>
            </a:r>
          </a:p>
          <a:p xmlns:a="http://schemas.openxmlformats.org/drawingml/2006/main">
            <a:r>
              <a:t/>
            </a:r>
          </a:p>
          <a:p xmlns:a="http://schemas.openxmlformats.org/drawingml/2006/main">
            <a:r>
              <a:t>[Sources]</a:t>
            </a:r>
          </a:p>
          <a:p xmlns:a="http://schemas.openxmlformats.org/drawingml/2006/main">
            <a:r>
              <a:t>- https://github.com/orgs/fhss-ota-radio/repositories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프로젝트의 목표는 단순히 파일을 무선으로 보내는 것이 아닙니다. 첫째, Gateway가 여러 무전기를 찾고 업데이트를 관리해야 합니다. 둘째, 손실이 있는 무선 링크에서도 ACK와 NACK로 필요한 패킷만 다시 보내야 합니다. 셋째, 간섭을 피하기 위해 Gateway와 무전기가 같은 채널 순서로 이동해야 합니다. 마지막으로 ESP32는 받은 파일의 해시를 검증한 뒤 안전한 OTA 파티션으로 부팅해야 합니다. 즉 핵심은 서로 다른 계층이 하나의 규칙과 시간 기준으로 움직이게 만드는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구조를 보면 왼쪽의 Gateway 앱이 업데이트 파일과 대상 장치를 관리합니다. 앱은 /dev/cc1101에 기본적인 read, write, ioctl을 요청하고, Linux 드라이버가 SPI 레지스터, FIFO, 인터럽트와 FHSS 시간을 담당합니다. 무선 구간에서는 데이터 패킷뿐 아니라 ACK와 동기 패킷이 오갑니다. ESP32 펌웨어는 OTA 데이터를 플래시에 쓰는 동시에 음성 코덱과 사용자 인터페이스도 담당합니다. 이 구조에서 공통 프로토콜은 제어 규칙을, FHSS는 시간과 채널 규칙을 연결합니다.</a:t>
            </a:r>
          </a:p>
          <a:p xmlns:a="http://schemas.openxmlformats.org/drawingml/2006/main">
            <a:r>
              <a:t/>
            </a:r>
          </a:p>
          <a:p xmlns:a="http://schemas.openxmlformats.org/drawingml/2006/main">
            <a:r>
              <a:t>[Sources]</a:t>
            </a:r>
          </a:p>
          <a:p xmlns:a="http://schemas.openxmlformats.org/drawingml/2006/main">
            <a:r>
              <a:t>- https://github.com/fhss-ota-radio/gateway-ota</a:t>
            </a:r>
          </a:p>
          <a:p xmlns:a="http://schemas.openxmlformats.org/drawingml/2006/main">
            <a:r>
              <a:t>- https://github.com/fhss-ota-radio/kernel-cc1101-spi</a:t>
            </a:r>
          </a:p>
          <a:p xmlns:a="http://schemas.openxmlformats.org/drawingml/2006/main">
            <a:r>
              <a:t>- https://github.com/fhss-ota-radio/firmware-esp32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드라이버 파트의 설계 원칙은 앱을 단순하게 만드는 것입니다. 앱은 일반 파일처럼 장치를 열고 read, write, ioctl, poll만 사용합니다. 커널 내부에서 SPI 레지스터 접근, RX와 TX FIFO, GDO 인터럽트, 채널 전환과 SYNC 송신을 처리합니다. 특히 RX FIFO overflow 상태에서는 IDLE, SFRX, SRX 순서로 자동 복구하도록 했고, 사용자 데이터와 내부 SYNC가 동시에 송신되지 않도록 tx_lock으로 직렬화했습니다. Yocto에는 모듈과 Device Tree overlay, 시험 도구를 recipe로 묶어 같은 이미지를 반복 빌드할 수 있게 했습니다.</a:t>
            </a:r>
          </a:p>
          <a:p xmlns:a="http://schemas.openxmlformats.org/drawingml/2006/main">
            <a:r>
              <a:t/>
            </a:r>
          </a:p>
          <a:p xmlns:a="http://schemas.openxmlformats.org/drawingml/2006/main">
            <a:r>
              <a:t>[Sources]</a:t>
            </a:r>
          </a:p>
          <a:p xmlns:a="http://schemas.openxmlformats.org/drawingml/2006/main">
            <a:r>
              <a:t>- https://github.com/fhss-ota-radio/kernel-cc1101-spi/commit/90a9d5e</a:t>
            </a:r>
          </a:p>
          <a:p xmlns:a="http://schemas.openxmlformats.org/drawingml/2006/main">
            <a:r>
              <a:t>- https://github.com/fhss-ota-radio/meta-walkie-talkie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Gateway 쪽에서는 사용자가 보는 Qt 화면과 실제 전송 상태 기계를 분리했습니다. 사용자는 파일을 선택하고 장치를 탐색한 뒤 진행률과 로그를 확인합니다. 내부 OtaSession은 START로 세션을 열고, 데이터를 배치로 보내며, ACK와 NACK를 보고 빠진 sequence만 재전송한 뒤 END와 해시 검증으로 종료합니다. 고정 채널에서는 전체 파일 전송과 SHA-256 일치를 확인했습니다. FHSS에서는 패킷을 슬롯 경계와 guard time에 맞추는 작업이 남아 있어, 현재는 기능 통합은 됐지만 처리량은 최적화 중이라고 구분해서 말씀드리는 것이 정확합니다.</a:t>
            </a:r>
          </a:p>
          <a:p xmlns:a="http://schemas.openxmlformats.org/drawingml/2006/main">
            <a:r>
              <a:t/>
            </a:r>
          </a:p>
          <a:p xmlns:a="http://schemas.openxmlformats.org/drawingml/2006/main">
            <a:r>
              <a:t>[Sources]</a:t>
            </a:r>
          </a:p>
          <a:p xmlns:a="http://schemas.openxmlformats.org/drawingml/2006/main">
            <a:r>
              <a:t>- https://github.com/fhss-ota-radio/gateway-ota/tree/fix/fhss-ota-slot-safe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서로 다른 저장소가 함께 동작하려면 패킷 구조를 한 곳에서 정의해야 합니다. ota-protocol 저장소에는 탐색, OTA, FHSS 설정과 동기 패킷의 wire format을 정의했습니다. FHSS 설정에는 generation, seed, 채널 수, 슬롯 시간, 알고리즘 버전이 들어갑니다. 여기서 seed는 실제 채널 목록 자체가 아니라 양쪽이 같은 순서를 계산하기 위한 입력입니다. Golden test vector를 두어 같은 입력이 같은 바이트열과 같은 채널 순서를 만드는지 확인하고, 알고리즘 버전이 다르면 조용히 틀어지는 대신 명확하게 거부하도록 했습니다.</a:t>
            </a:r>
          </a:p>
          <a:p xmlns:a="http://schemas.openxmlformats.org/drawingml/2006/main">
            <a:r>
              <a:t/>
            </a:r>
          </a:p>
          <a:p xmlns:a="http://schemas.openxmlformats.org/drawingml/2006/main">
            <a:r>
              <a:t>[Sources]</a:t>
            </a:r>
          </a:p>
          <a:p xmlns:a="http://schemas.openxmlformats.org/drawingml/2006/main">
            <a:r>
              <a:t>- https://github.com/fhss-ota-radio/ota-protocol/tree/test/protocol_header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FHSS에서는 seed로 xorshift32 기반 permutation을 만들고, 현재 슬롯 번호를 이용해 채널을 선택합니다. 예를 들어 확인한 순서는 1, 7, 6, 5, 3, 2, 8, 4였습니다. 한 슬롯은 300밀리초이고, 슬롯 시작 전후 5밀리초는 채널을 바꾸는 guard time으로 둡니다. 채널 1은 최초 접속과 동기 상실 때 다시 만나는 rendezvous 채널입니다. 중요한 점은 xorshift32가 보안을 위한 암호 난수가 아니라는 것입니다. 같은 seed와 버전을 받은 모든 장치가 같은 순서를 독립적으로 재현하기 위한 결정적 알고리즘입니다.</a:t>
            </a:r>
          </a:p>
          <a:p xmlns:a="http://schemas.openxmlformats.org/drawingml/2006/main">
            <a:r>
              <a:t/>
            </a:r>
          </a:p>
          <a:p xmlns:a="http://schemas.openxmlformats.org/drawingml/2006/main">
            <a:r>
              <a:t>[Sources]</a:t>
            </a:r>
          </a:p>
          <a:p xmlns:a="http://schemas.openxmlformats.org/drawingml/2006/main">
            <a:r>
              <a:t>- https://github.com/fhss-ota-radio/kernel-cc1101-spi</a:t>
            </a:r>
          </a:p>
          <a:p xmlns:a="http://schemas.openxmlformats.org/drawingml/2006/main">
            <a:r>
              <a:t>- https://github.com/fhss-ota-radio/firmware-esp32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동기화는 세 단계의 제어로 시작합니다. Gateway가 CONFIG를 보내면 ESP32는 seed와 generation을 대기 설정으로 저장합니다. ACTIVATE를 받으면 호핑 준비 상태로 전환하고, 채널 1에서 MASTER의 SYNC를 받아 현재 슬롯과 시간 기준을 계산합니다. 이후 TRACKING 상태에서는 매 슬롯의 SYNC로 오차를 조금씩 보정합니다. SYNC를 연속으로 놓치면 무작정 다른 채널을 찾지 않고 채널 1로 돌아와 같은 세션을 유지한 채 재동기합니다. 실기기 로그에서는 SYNC_ACQUIRED에서 TRACKING으로 이동했고 시간 오차는 약 마이너스 22에서 플러스 18마이크로초 범위였습니다.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ESP32의 음성 경로는 마이크 입력, 압축, 무선 전송, 수신 큐, 스피커 출력으로 이어집니다. INMP441에서 8킬로헤르츠 PCM을 받고 Speex narrowband로 압축해 두 프레임 단위의 패킷으로 보냅니다. 수신 쪽은 큐로 순간적인 지연을 흡수하고 END 제어와 silence tail을 처리한 뒤 MAX98357A로 재생합니다. 사용자는 PTT와 회전 인코더를 조작하고 OLED와 LED로 상태를 확인합니다. 이 펌웨어는 평상시에는 무전기이지만 업데이트 모드에서는 OTA client가 되며, 두 기능이 동일한 RF와 FHSS 계층을 공유합니다.</a:t>
            </a:r>
          </a:p>
          <a:p xmlns:a="http://schemas.openxmlformats.org/drawingml/2006/main">
            <a:r>
              <a:t/>
            </a:r>
          </a:p>
          <a:p xmlns:a="http://schemas.openxmlformats.org/drawingml/2006/main">
            <a:r>
              <a:t>[Sources]</a:t>
            </a:r>
          </a:p>
          <a:p xmlns:a="http://schemas.openxmlformats.org/drawingml/2006/main">
            <a:r>
              <a:t>- https://github.com/fhss-ota-radio/firmware-esp32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ESP32 OTA는 실행 중인 파티션을 바로 덮어쓰지 않습니다. Discovery에서 장치 ID와 버전을 알리고, START에서 파일 크기와 SHA-256, session을 확인합니다. DATA는 sequence를 검사하면서 비활성 OTA 파티션에 쓰고, 배치 단위 ACK와 NACK로 누락 정보를 보냅니다. END에서 전체 SHA-256이 일치해야만 다음 부팅 파티션을 변경합니다. FHSS 설정도 CONFIG 단계에서는 pending으로 저장하고 ACTIVATE 이후 active로 전환해, 불완전한 설정이 즉시 적용되지 않도록 했습니다.</a:t>
            </a:r>
          </a:p>
          <a:p xmlns:a="http://schemas.openxmlformats.org/drawingml/2006/main">
            <a:r>
              <a:t/>
            </a:r>
          </a:p>
          <a:p xmlns:a="http://schemas.openxmlformats.org/drawingml/2006/main">
            <a:r>
              <a:t>[Sources]</a:t>
            </a:r>
          </a:p>
          <a:p xmlns:a="http://schemas.openxmlformats.org/drawingml/2006/main">
            <a:r>
              <a:t>- https://github.com/fhss-ota-radio/firmware-esp32/tree/fix/fhss-ota-sync-recovery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통합 과정에서 가장 많이 배운 부분입니다. 수신이 완전히 멎는 문제는 RF 감도가 아니라 RX FIFO overflow 상태 복구 누락이었습니다. 슬롯 1부터 SYNC가 거부된 문제는 hop_index를 한쪽은 셔플 인덱스, 다른 쪽은 단순 슬롯 나머지로 해석한 것이 원인이었습니다. 초기 획득 실패는 같은 슬롯 번호의 SYNC를 짧게 반복 송신한 문제였고, OTA_DATA write 실패는 내부 SYNC와 사용자 데이터가 TX 경로에서 충돌했기 때문입니다. 이를 각각 상태 복구, 의미 통일, 슬롯당 1회 송신, tx_lock으로 해결했습니다. 현재 남은 성능 문제는 300밀리초 슬롯당 한 패킷만 보내는 보수적인 정책을 개선하는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결과는 완료 수준을 나누어 말씀드리겠습니다. 고정 채널 OTA에서는 7,829개 패킷 전체 수신과 SHA-256 일치를 확인했습니다. FHSS 제어에서는 CONFIG와 ACTIVATE에 대한 대상 ACK를 확인했고, ESP32가 SYNC_ACQUIRED에서 TRACKING으로 이동했습니다. 시간 오차는 약 마이너스 22에서 플러스 18마이크로초였고 RSSI와 CRC도 정상 범위였습니다. 다만 호핑 중 대용량 파일을 보내는 기능은 통합돼 있지만 현재 슬롯당 전송량이 보수적이어서 처리량 최적화가 필요합니다. 따라서 구현, 실기기 검증, 최적화 중인 항목을 명확히 구분하겠습니다.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저희는 공통 프로토콜로 저장소 사이의 계약을 만들고, Linux 드라이버가 채널 전환과 동기화처럼 시간에 민감한 일을 맡도록 했습니다. Gateway는 재전송 상태 기계와 사용자 인터페이스를, ESP32는 안전한 dual-partition OTA와 음성 기능을 담당합니다. 그 결과 CONFIG와 ACTIVATE, FHSS 동기 추적, 고정 채널 OTA 전체 검증까지 연결했습니다. 다음 단계는 한 슬롯 안에서 여러 데이터 패킷과 ACK를 안전하게 처리해 속도를 높이고, 장시간 재동기와 여러 무전기 동시 업데이트를 시험하는 것입니다. 이상으로 발표를 마치겠습니다.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2098e52cc449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929a9f07cd49d4" /><Relationship Type="http://schemas.openxmlformats.org/officeDocument/2006/relationships/slideLayout" Target="/ppt/slideLayouts/slideLayout1.xml" Id="Re874c4ec526941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74c4ec526941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4c8029a2db4686" /><Relationship Type="http://schemas.openxmlformats.org/officeDocument/2006/relationships/notesSlide" Target="/ppt/notesSlides/notesSlide1.xml" Id="Rbe5b3243aea040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0bda19c1ffe486e" /><Relationship Type="http://schemas.openxmlformats.org/officeDocument/2006/relationships/notesSlide" Target="/ppt/notesSlides/notesSlide2.xml" Id="Rb05773d1bde248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7f1eb3dd664093" /><Relationship Type="http://schemas.openxmlformats.org/officeDocument/2006/relationships/notesSlide" Target="/ppt/notesSlides/notesSlide3.xml" Id="R46fecd44e8224c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f4a0a251064990" /><Relationship Type="http://schemas.openxmlformats.org/officeDocument/2006/relationships/notesSlide" Target="/ppt/notesSlides/notesSlide4.xml" Id="Rb30037d6ee374a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2009f23ee64c6a" /><Relationship Type="http://schemas.openxmlformats.org/officeDocument/2006/relationships/notesSlide" Target="/ppt/notesSlides/notesSlide5.xml" Id="Rf5e74fe86bda47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2fd8640e00948ee" /><Relationship Type="http://schemas.openxmlformats.org/officeDocument/2006/relationships/notesSlide" Target="/ppt/notesSlides/notesSlide6.xml" Id="Rb03d7e00f4744d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f1467fde3e49f7" /><Relationship Type="http://schemas.openxmlformats.org/officeDocument/2006/relationships/notesSlide" Target="/ppt/notesSlides/notesSlide7.xml" Id="Rbcadb19183eb48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e31dce1b994f06" /><Relationship Type="http://schemas.openxmlformats.org/officeDocument/2006/relationships/notesSlide" Target="/ppt/notesSlides/notesSlide8.xml" Id="R353bcc54afec43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0e204edf278420b" /><Relationship Type="http://schemas.openxmlformats.org/officeDocument/2006/relationships/notesSlide" Target="/ppt/notesSlides/notesSlide9.xml" Id="R27b8da26bfd44a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a3a7c7206e48fd" /><Relationship Type="http://schemas.openxmlformats.org/officeDocument/2006/relationships/notesSlide" Target="/ppt/notesSlides/notesSlide10.xml" Id="R9bcfab83854649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51d60f8a94d418c" /><Relationship Type="http://schemas.openxmlformats.org/officeDocument/2006/relationships/notesSlide" Target="/ppt/notesSlides/notesSlide11.xml" Id="Rdac21d2f5db648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84af533a57c42a5" /><Relationship Type="http://schemas.openxmlformats.org/officeDocument/2006/relationships/notesSlide" Target="/ppt/notesSlides/notesSlide12.xml" Id="R690e2167ed3447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aa006821f8e458b" /><Relationship Type="http://schemas.openxmlformats.org/officeDocument/2006/relationships/notesSlide" Target="/ppt/notesSlides/notesSlide13.xml" Id="Ra8e7c992039e46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ccent">
            <a:extLst xmlns:a="http://schemas.openxmlformats.org/drawingml/2006/main">
              <a:ext uri="{FF2B5EF4-FFF2-40B4-BE49-F238E27FC236}">
                <a16:creationId xmlns:a16="http://schemas.microsoft.com/office/drawing/2014/main" id="{CC121755-0324-4272-9943-9787493735BF}"/>
              </a:ext>
            </a:extLst>
          </p:cNvPr>
          <p:cNvSpPr>
            <a:spLocks xmlns:a="http://schemas.openxmlformats.org/drawingml/2006/main" noGrp="1"/>
          </p:cNvSpPr>
          <p:nvPr/>
        </p:nvSpPr>
        <p:spPr>
          <a:xfrm xmlns:a="http://schemas.openxmlformats.org/drawingml/2006/main">
            <a:off x="914400" y="876300"/>
            <a:ext cx="95250" cy="50482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 name="kicker">
            <a:extLst xmlns:a="http://schemas.openxmlformats.org/drawingml/2006/main">
              <a:ext uri="{FF2B5EF4-FFF2-40B4-BE49-F238E27FC236}">
                <a16:creationId xmlns:a16="http://schemas.microsoft.com/office/drawing/2014/main" id="{65E9930E-E263-44B8-A468-FED472F8486F}"/>
              </a:ext>
            </a:extLst>
          </p:cNvPr>
          <p:cNvSpPr>
            <a:spLocks xmlns:a="http://schemas.openxmlformats.org/drawingml/2006/main" noGrp="1"/>
          </p:cNvSpPr>
          <p:nvPr/>
        </p:nvSpPr>
        <p:spPr>
          <a:xfrm xmlns:a="http://schemas.openxmlformats.org/drawingml/2006/main">
            <a:off x="1314450" y="9144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KERNEL · OTA · FHSS · AUDIO · ESP32</a:t>
            </a:r>
          </a:p>
        </p:txBody>
      </p:sp>
      <p:sp>
        <p:nvSpPr>
          <p:cNvPr id="3" name="title">
            <a:extLst xmlns:a="http://schemas.openxmlformats.org/drawingml/2006/main">
              <a:ext uri="{FF2B5EF4-FFF2-40B4-BE49-F238E27FC236}">
                <a16:creationId xmlns:a16="http://schemas.microsoft.com/office/drawing/2014/main" id="{B7A2B33E-08B4-452A-9524-6160AA9F919A}"/>
              </a:ext>
            </a:extLst>
          </p:cNvPr>
          <p:cNvSpPr>
            <a:spLocks xmlns:a="http://schemas.openxmlformats.org/drawingml/2006/main" noGrp="1"/>
          </p:cNvSpPr>
          <p:nvPr/>
        </p:nvSpPr>
        <p:spPr>
          <a:xfrm xmlns:a="http://schemas.openxmlformats.org/drawingml/2006/main">
            <a:off x="1314450" y="1695450"/>
            <a:ext cx="1047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800" b="1">
                <a:solidFill>
                  <a:srgbClr val="171412"/>
                </a:solidFill>
              </a:defRPr>
            </a:pPr>
            <a:r>
              <a:rPr sz="4800" b="1">
                <a:solidFill>
                  <a:srgbClr val="171412"/>
                </a:solidFill>
              </a:rPr>
              <a:t>주파수 호핑 기반</a:t>
            </a:r>
          </a:p>
          <a:p xmlns:a="http://schemas.openxmlformats.org/drawingml/2006/main">
            <a:pPr algn="l">
              <a:defRPr sz="4800" b="1">
                <a:solidFill>
                  <a:srgbClr val="171412"/>
                </a:solidFill>
              </a:defRPr>
            </a:pPr>
            <a:r>
              <a:rPr sz="4800" b="1">
                <a:solidFill>
                  <a:srgbClr val="171412"/>
                </a:solidFill>
              </a:rPr>
              <a:t>무전기 OTA 시스템</a:t>
            </a:r>
          </a:p>
        </p:txBody>
      </p:sp>
      <p:sp>
        <p:nvSpPr>
          <p:cNvPr id="4" name="sub">
            <a:extLst xmlns:a="http://schemas.openxmlformats.org/drawingml/2006/main">
              <a:ext uri="{FF2B5EF4-FFF2-40B4-BE49-F238E27FC236}">
                <a16:creationId xmlns:a16="http://schemas.microsoft.com/office/drawing/2014/main" id="{2B9C582F-FA2E-4340-9EA3-151DB9443561}"/>
              </a:ext>
            </a:extLst>
          </p:cNvPr>
          <p:cNvSpPr>
            <a:spLocks xmlns:a="http://schemas.openxmlformats.org/drawingml/2006/main" noGrp="1"/>
          </p:cNvSpPr>
          <p:nvPr/>
        </p:nvSpPr>
        <p:spPr>
          <a:xfrm xmlns:a="http://schemas.openxmlformats.org/drawingml/2006/main">
            <a:off x="1314450" y="3714750"/>
            <a:ext cx="10572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6F6A65"/>
                </a:solidFill>
              </a:defRPr>
            </a:pPr>
            <a:r>
              <a:rPr sz="2025" b="0">
                <a:solidFill>
                  <a:srgbClr val="6F6A65"/>
                </a:solidFill>
              </a:rPr>
              <a:t>라즈베리파이 게이트웨이와 ESP32 무전기를 하나의 업데이트 경로로 연결</a:t>
            </a:r>
          </a:p>
        </p:txBody>
      </p:sp>
      <p:sp>
        <p:nvSpPr>
          <p:cNvPr id="5" name="meta">
            <a:extLst xmlns:a="http://schemas.openxmlformats.org/drawingml/2006/main">
              <a:ext uri="{FF2B5EF4-FFF2-40B4-BE49-F238E27FC236}">
                <a16:creationId xmlns:a16="http://schemas.microsoft.com/office/drawing/2014/main" id="{778270E9-BF99-496B-9BF3-3DF46D91CBA4}"/>
              </a:ext>
            </a:extLst>
          </p:cNvPr>
          <p:cNvSpPr>
            <a:spLocks xmlns:a="http://schemas.openxmlformats.org/drawingml/2006/main" noGrp="1"/>
          </p:cNvSpPr>
          <p:nvPr/>
        </p:nvSpPr>
        <p:spPr>
          <a:xfrm xmlns:a="http://schemas.openxmlformats.org/drawingml/2006/main">
            <a:off x="1314450" y="521970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Linux 5.15.92 · CC1101 Sub-1GHz · Qt · Yocto · ESP-IDF</a:t>
            </a:r>
          </a:p>
        </p:txBody>
      </p:sp>
      <p:sp>
        <p:nvSpPr>
          <p:cNvPr id="6" name="date">
            <a:extLst xmlns:a="http://schemas.openxmlformats.org/drawingml/2006/main">
              <a:ext uri="{FF2B5EF4-FFF2-40B4-BE49-F238E27FC236}">
                <a16:creationId xmlns:a16="http://schemas.microsoft.com/office/drawing/2014/main" id="{5D766689-844D-4842-9DF8-E1A52961551E}"/>
              </a:ext>
            </a:extLst>
          </p:cNvPr>
          <p:cNvSpPr>
            <a:spLocks xmlns:a="http://schemas.openxmlformats.org/drawingml/2006/main" noGrp="1"/>
          </p:cNvSpPr>
          <p:nvPr/>
        </p:nvSpPr>
        <p:spPr>
          <a:xfrm xmlns:a="http://schemas.openxmlformats.org/drawingml/2006/main">
            <a:off x="1314450" y="6191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팀 프로젝트 최종 발표</a:t>
            </a:r>
          </a:p>
        </p:txBody>
      </p:sp>
    </p:spTree>
    <p:extLst>
      <p:ext uri="{BB962C8B-B14F-4D97-AF65-F5344CB8AC3E}">
        <p14:creationId xmlns:p14="http://schemas.microsoft.com/office/powerpoint/2010/main" val="9169854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eyebrow">
            <a:extLst xmlns:a="http://schemas.openxmlformats.org/drawingml/2006/main">
              <a:ext uri="{FF2B5EF4-FFF2-40B4-BE49-F238E27FC236}">
                <a16:creationId xmlns:a16="http://schemas.microsoft.com/office/drawing/2014/main" id="{224128C2-A656-4B54-9E66-1067E7504EBC}"/>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01 · PROJECT GOAL</a:t>
            </a:r>
          </a:p>
        </p:txBody>
      </p:sp>
      <p:sp>
        <p:nvSpPr>
          <p:cNvPr id="2" name="title">
            <a:extLst xmlns:a="http://schemas.openxmlformats.org/drawingml/2006/main">
              <a:ext uri="{FF2B5EF4-FFF2-40B4-BE49-F238E27FC236}">
                <a16:creationId xmlns:a16="http://schemas.microsoft.com/office/drawing/2014/main" id="{470FD7E6-37A7-4522-8D31-B9D76F4DD026}"/>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업데이트와 음성 통신을 하나의 무선 시스템으로 통합</a:t>
            </a:r>
          </a:p>
        </p:txBody>
      </p:sp>
      <p:sp>
        <p:nvSpPr>
          <p:cNvPr id="3" name="footer">
            <a:extLst xmlns:a="http://schemas.openxmlformats.org/drawingml/2006/main">
              <a:ext uri="{FF2B5EF4-FFF2-40B4-BE49-F238E27FC236}">
                <a16:creationId xmlns:a16="http://schemas.microsoft.com/office/drawing/2014/main" id="{CD5C6596-BEA2-4C0D-B301-050C68A87600}"/>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E6344D92-A2CD-4C4D-80FE-38905381A3CC}"/>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02</a:t>
            </a:r>
          </a:p>
        </p:txBody>
      </p:sp>
      <p:sp>
        <p:nvSpPr>
          <p:cNvPr id="5" name="n0">
            <a:extLst xmlns:a="http://schemas.openxmlformats.org/drawingml/2006/main">
              <a:ext uri="{FF2B5EF4-FFF2-40B4-BE49-F238E27FC236}">
                <a16:creationId xmlns:a16="http://schemas.microsoft.com/office/drawing/2014/main" id="{51318A87-0AE5-4905-A877-D08AEE0A48DF}"/>
              </a:ext>
            </a:extLst>
          </p:cNvPr>
          <p:cNvSpPr>
            <a:spLocks xmlns:a="http://schemas.openxmlformats.org/drawingml/2006/main" noGrp="1"/>
          </p:cNvSpPr>
          <p:nvPr/>
        </p:nvSpPr>
        <p:spPr>
          <a:xfrm xmlns:a="http://schemas.openxmlformats.org/drawingml/2006/main">
            <a:off x="914400" y="20955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01</a:t>
            </a:r>
          </a:p>
        </p:txBody>
      </p:sp>
      <p:sp>
        <p:nvSpPr>
          <p:cNvPr id="6" name="h0">
            <a:extLst xmlns:a="http://schemas.openxmlformats.org/drawingml/2006/main">
              <a:ext uri="{FF2B5EF4-FFF2-40B4-BE49-F238E27FC236}">
                <a16:creationId xmlns:a16="http://schemas.microsoft.com/office/drawing/2014/main" id="{599B135C-AC49-4894-9719-997132F94B5B}"/>
              </a:ext>
            </a:extLst>
          </p:cNvPr>
          <p:cNvSpPr>
            <a:spLocks xmlns:a="http://schemas.openxmlformats.org/drawingml/2006/main" noGrp="1"/>
          </p:cNvSpPr>
          <p:nvPr/>
        </p:nvSpPr>
        <p:spPr>
          <a:xfrm xmlns:a="http://schemas.openxmlformats.org/drawingml/2006/main">
            <a:off x="1695450" y="20955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관리</a:t>
            </a:r>
          </a:p>
        </p:txBody>
      </p:sp>
      <p:sp>
        <p:nvSpPr>
          <p:cNvPr id="7" name="b0">
            <a:extLst xmlns:a="http://schemas.openxmlformats.org/drawingml/2006/main">
              <a:ext uri="{FF2B5EF4-FFF2-40B4-BE49-F238E27FC236}">
                <a16:creationId xmlns:a16="http://schemas.microsoft.com/office/drawing/2014/main" id="{6B7E22AD-7C9B-474A-9E85-820A7D015334}"/>
              </a:ext>
            </a:extLst>
          </p:cNvPr>
          <p:cNvSpPr>
            <a:spLocks xmlns:a="http://schemas.openxmlformats.org/drawingml/2006/main" noGrp="1"/>
          </p:cNvSpPr>
          <p:nvPr/>
        </p:nvSpPr>
        <p:spPr>
          <a:xfrm xmlns:a="http://schemas.openxmlformats.org/drawingml/2006/main">
            <a:off x="3371850" y="20955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Gateway에서 장치 탐색·파일 선택·진행 상태 표시</a:t>
            </a:r>
          </a:p>
        </p:txBody>
      </p:sp>
      <p:sp>
        <p:nvSpPr>
          <p:cNvPr id="8" name="ln0">
            <a:extLst xmlns:a="http://schemas.openxmlformats.org/drawingml/2006/main">
              <a:ext uri="{FF2B5EF4-FFF2-40B4-BE49-F238E27FC236}">
                <a16:creationId xmlns:a16="http://schemas.microsoft.com/office/drawing/2014/main" id="{5FE43E5C-5F3C-4888-A309-96B921968558}"/>
              </a:ext>
            </a:extLst>
          </p:cNvPr>
          <p:cNvSpPr>
            <a:spLocks xmlns:a="http://schemas.openxmlformats.org/drawingml/2006/main" noGrp="1"/>
          </p:cNvSpPr>
          <p:nvPr/>
        </p:nvSpPr>
        <p:spPr>
          <a:xfrm xmlns:a="http://schemas.openxmlformats.org/drawingml/2006/main">
            <a:off x="1695450" y="2809875"/>
            <a:ext cx="10191750" cy="9525"/>
          </a:xfrm>
          <a:prstGeom xmlns:a="http://schemas.openxmlformats.org/drawingml/2006/main" prst="rect">
            <a:avLst/>
          </a:prstGeom>
          <a:solidFill xmlns:a="http://schemas.openxmlformats.org/drawingml/2006/main">
            <a:srgbClr val="D8D2CB"/>
          </a:solidFill>
          <a:ln xmlns:a="http://schemas.openxmlformats.org/drawingml/2006/main" w="0">
            <a:noFill/>
            <a:prstDash val="solid"/>
          </a:ln>
        </p:spPr>
      </p:sp>
      <p:sp>
        <p:nvSpPr>
          <p:cNvPr id="9" name="n1">
            <a:extLst xmlns:a="http://schemas.openxmlformats.org/drawingml/2006/main">
              <a:ext uri="{FF2B5EF4-FFF2-40B4-BE49-F238E27FC236}">
                <a16:creationId xmlns:a16="http://schemas.microsoft.com/office/drawing/2014/main" id="{C162D569-1FA4-456B-8EF7-03A6177A6347}"/>
              </a:ext>
            </a:extLst>
          </p:cNvPr>
          <p:cNvSpPr>
            <a:spLocks xmlns:a="http://schemas.openxmlformats.org/drawingml/2006/main" noGrp="1"/>
          </p:cNvSpPr>
          <p:nvPr/>
        </p:nvSpPr>
        <p:spPr>
          <a:xfrm xmlns:a="http://schemas.openxmlformats.org/drawingml/2006/main">
            <a:off x="914400" y="31623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02</a:t>
            </a:r>
          </a:p>
        </p:txBody>
      </p:sp>
      <p:sp>
        <p:nvSpPr>
          <p:cNvPr id="10" name="h1">
            <a:extLst xmlns:a="http://schemas.openxmlformats.org/drawingml/2006/main">
              <a:ext uri="{FF2B5EF4-FFF2-40B4-BE49-F238E27FC236}">
                <a16:creationId xmlns:a16="http://schemas.microsoft.com/office/drawing/2014/main" id="{ED9D1C8E-D86C-465D-9CED-C51223F89688}"/>
              </a:ext>
            </a:extLst>
          </p:cNvPr>
          <p:cNvSpPr>
            <a:spLocks xmlns:a="http://schemas.openxmlformats.org/drawingml/2006/main" noGrp="1"/>
          </p:cNvSpPr>
          <p:nvPr/>
        </p:nvSpPr>
        <p:spPr>
          <a:xfrm xmlns:a="http://schemas.openxmlformats.org/drawingml/2006/main">
            <a:off x="1695450" y="31623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전송</a:t>
            </a:r>
          </a:p>
        </p:txBody>
      </p:sp>
      <p:sp>
        <p:nvSpPr>
          <p:cNvPr id="11" name="b1">
            <a:extLst xmlns:a="http://schemas.openxmlformats.org/drawingml/2006/main">
              <a:ext uri="{FF2B5EF4-FFF2-40B4-BE49-F238E27FC236}">
                <a16:creationId xmlns:a16="http://schemas.microsoft.com/office/drawing/2014/main" id="{FFC4D650-9629-4899-9D23-4A2408E7E288}"/>
              </a:ext>
            </a:extLst>
          </p:cNvPr>
          <p:cNvSpPr>
            <a:spLocks xmlns:a="http://schemas.openxmlformats.org/drawingml/2006/main" noGrp="1"/>
          </p:cNvSpPr>
          <p:nvPr/>
        </p:nvSpPr>
        <p:spPr>
          <a:xfrm xmlns:a="http://schemas.openxmlformats.org/drawingml/2006/main">
            <a:off x="3371850" y="31623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CC1101 링크로 START·DATA·END와 ACK/NACK 교환</a:t>
            </a:r>
          </a:p>
        </p:txBody>
      </p:sp>
      <p:sp>
        <p:nvSpPr>
          <p:cNvPr id="12" name="ln1">
            <a:extLst xmlns:a="http://schemas.openxmlformats.org/drawingml/2006/main">
              <a:ext uri="{FF2B5EF4-FFF2-40B4-BE49-F238E27FC236}">
                <a16:creationId xmlns:a16="http://schemas.microsoft.com/office/drawing/2014/main" id="{C2B493FB-CFFB-47EB-AB7C-6088AF3DF3DD}"/>
              </a:ext>
            </a:extLst>
          </p:cNvPr>
          <p:cNvSpPr>
            <a:spLocks xmlns:a="http://schemas.openxmlformats.org/drawingml/2006/main" noGrp="1"/>
          </p:cNvSpPr>
          <p:nvPr/>
        </p:nvSpPr>
        <p:spPr>
          <a:xfrm xmlns:a="http://schemas.openxmlformats.org/drawingml/2006/main">
            <a:off x="1695450" y="3876675"/>
            <a:ext cx="10191750" cy="9525"/>
          </a:xfrm>
          <a:prstGeom xmlns:a="http://schemas.openxmlformats.org/drawingml/2006/main" prst="rect">
            <a:avLst/>
          </a:prstGeom>
          <a:solidFill xmlns:a="http://schemas.openxmlformats.org/drawingml/2006/main">
            <a:srgbClr val="D8D2CB"/>
          </a:solidFill>
          <a:ln xmlns:a="http://schemas.openxmlformats.org/drawingml/2006/main" w="0">
            <a:noFill/>
            <a:prstDash val="solid"/>
          </a:ln>
        </p:spPr>
      </p:sp>
      <p:sp>
        <p:nvSpPr>
          <p:cNvPr id="13" name="n2">
            <a:extLst xmlns:a="http://schemas.openxmlformats.org/drawingml/2006/main">
              <a:ext uri="{FF2B5EF4-FFF2-40B4-BE49-F238E27FC236}">
                <a16:creationId xmlns:a16="http://schemas.microsoft.com/office/drawing/2014/main" id="{0D08C891-47C9-4AF1-A1A0-B4518713A5B6}"/>
              </a:ext>
            </a:extLst>
          </p:cNvPr>
          <p:cNvSpPr>
            <a:spLocks xmlns:a="http://schemas.openxmlformats.org/drawingml/2006/main" noGrp="1"/>
          </p:cNvSpPr>
          <p:nvPr/>
        </p:nvSpPr>
        <p:spPr>
          <a:xfrm xmlns:a="http://schemas.openxmlformats.org/drawingml/2006/main">
            <a:off x="914400" y="42291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03</a:t>
            </a:r>
          </a:p>
        </p:txBody>
      </p:sp>
      <p:sp>
        <p:nvSpPr>
          <p:cNvPr id="14" name="h2">
            <a:extLst xmlns:a="http://schemas.openxmlformats.org/drawingml/2006/main">
              <a:ext uri="{FF2B5EF4-FFF2-40B4-BE49-F238E27FC236}">
                <a16:creationId xmlns:a16="http://schemas.microsoft.com/office/drawing/2014/main" id="{E237A535-FC89-4A36-B9DE-C3BF67D37424}"/>
              </a:ext>
            </a:extLst>
          </p:cNvPr>
          <p:cNvSpPr>
            <a:spLocks xmlns:a="http://schemas.openxmlformats.org/drawingml/2006/main" noGrp="1"/>
          </p:cNvSpPr>
          <p:nvPr/>
        </p:nvSpPr>
        <p:spPr>
          <a:xfrm xmlns:a="http://schemas.openxmlformats.org/drawingml/2006/main">
            <a:off x="1695450" y="42291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생존성</a:t>
            </a:r>
          </a:p>
        </p:txBody>
      </p:sp>
      <p:sp>
        <p:nvSpPr>
          <p:cNvPr id="15" name="b2">
            <a:extLst xmlns:a="http://schemas.openxmlformats.org/drawingml/2006/main">
              <a:ext uri="{FF2B5EF4-FFF2-40B4-BE49-F238E27FC236}">
                <a16:creationId xmlns:a16="http://schemas.microsoft.com/office/drawing/2014/main" id="{1B22AF84-8B29-4A19-BCC3-94921E21EAC4}"/>
              </a:ext>
            </a:extLst>
          </p:cNvPr>
          <p:cNvSpPr>
            <a:spLocks xmlns:a="http://schemas.openxmlformats.org/drawingml/2006/main" noGrp="1"/>
          </p:cNvSpPr>
          <p:nvPr/>
        </p:nvSpPr>
        <p:spPr>
          <a:xfrm xmlns:a="http://schemas.openxmlformats.org/drawingml/2006/main">
            <a:off x="3371850" y="42291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주파수 간섭을 피하도록 동일 순서로 채널 호핑</a:t>
            </a:r>
          </a:p>
        </p:txBody>
      </p:sp>
      <p:sp>
        <p:nvSpPr>
          <p:cNvPr id="16" name="ln2">
            <a:extLst xmlns:a="http://schemas.openxmlformats.org/drawingml/2006/main">
              <a:ext uri="{FF2B5EF4-FFF2-40B4-BE49-F238E27FC236}">
                <a16:creationId xmlns:a16="http://schemas.microsoft.com/office/drawing/2014/main" id="{AA99399A-BFDC-4854-88F2-D32470C56D69}"/>
              </a:ext>
            </a:extLst>
          </p:cNvPr>
          <p:cNvSpPr>
            <a:spLocks xmlns:a="http://schemas.openxmlformats.org/drawingml/2006/main" noGrp="1"/>
          </p:cNvSpPr>
          <p:nvPr/>
        </p:nvSpPr>
        <p:spPr>
          <a:xfrm xmlns:a="http://schemas.openxmlformats.org/drawingml/2006/main">
            <a:off x="1695450" y="4943475"/>
            <a:ext cx="10191750" cy="9525"/>
          </a:xfrm>
          <a:prstGeom xmlns:a="http://schemas.openxmlformats.org/drawingml/2006/main" prst="rect">
            <a:avLst/>
          </a:prstGeom>
          <a:solidFill xmlns:a="http://schemas.openxmlformats.org/drawingml/2006/main">
            <a:srgbClr val="D8D2CB"/>
          </a:solidFill>
          <a:ln xmlns:a="http://schemas.openxmlformats.org/drawingml/2006/main" w="0">
            <a:noFill/>
            <a:prstDash val="solid"/>
          </a:ln>
        </p:spPr>
      </p:sp>
      <p:sp>
        <p:nvSpPr>
          <p:cNvPr id="17" name="n3">
            <a:extLst xmlns:a="http://schemas.openxmlformats.org/drawingml/2006/main">
              <a:ext uri="{FF2B5EF4-FFF2-40B4-BE49-F238E27FC236}">
                <a16:creationId xmlns:a16="http://schemas.microsoft.com/office/drawing/2014/main" id="{92B5B430-AB85-4306-86CA-A68F0E1D334E}"/>
              </a:ext>
            </a:extLst>
          </p:cNvPr>
          <p:cNvSpPr>
            <a:spLocks xmlns:a="http://schemas.openxmlformats.org/drawingml/2006/main" noGrp="1"/>
          </p:cNvSpPr>
          <p:nvPr/>
        </p:nvSpPr>
        <p:spPr>
          <a:xfrm xmlns:a="http://schemas.openxmlformats.org/drawingml/2006/main">
            <a:off x="914400" y="5295900"/>
            <a:ext cx="57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C84308"/>
                </a:solidFill>
              </a:defRPr>
            </a:pPr>
            <a:r>
              <a:rPr sz="2025" b="1">
                <a:solidFill>
                  <a:srgbClr val="C84308"/>
                </a:solidFill>
              </a:rPr>
              <a:t>04</a:t>
            </a:r>
          </a:p>
        </p:txBody>
      </p:sp>
      <p:sp>
        <p:nvSpPr>
          <p:cNvPr id="18" name="h3">
            <a:extLst xmlns:a="http://schemas.openxmlformats.org/drawingml/2006/main">
              <a:ext uri="{FF2B5EF4-FFF2-40B4-BE49-F238E27FC236}">
                <a16:creationId xmlns:a16="http://schemas.microsoft.com/office/drawing/2014/main" id="{35D546A6-3956-4C63-BAF2-A378079384E1}"/>
              </a:ext>
            </a:extLst>
          </p:cNvPr>
          <p:cNvSpPr>
            <a:spLocks xmlns:a="http://schemas.openxmlformats.org/drawingml/2006/main" noGrp="1"/>
          </p:cNvSpPr>
          <p:nvPr/>
        </p:nvSpPr>
        <p:spPr>
          <a:xfrm xmlns:a="http://schemas.openxmlformats.org/drawingml/2006/main">
            <a:off x="1695450" y="52959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171412"/>
                </a:solidFill>
              </a:defRPr>
            </a:pPr>
            <a:r>
              <a:rPr sz="1800" b="1">
                <a:solidFill>
                  <a:srgbClr val="171412"/>
                </a:solidFill>
              </a:rPr>
              <a:t>적용</a:t>
            </a:r>
          </a:p>
        </p:txBody>
      </p:sp>
      <p:sp>
        <p:nvSpPr>
          <p:cNvPr id="19" name="b3">
            <a:extLst xmlns:a="http://schemas.openxmlformats.org/drawingml/2006/main">
              <a:ext uri="{FF2B5EF4-FFF2-40B4-BE49-F238E27FC236}">
                <a16:creationId xmlns:a16="http://schemas.microsoft.com/office/drawing/2014/main" id="{9C70E74C-9186-4864-8F3D-B92B5B823FF6}"/>
              </a:ext>
            </a:extLst>
          </p:cNvPr>
          <p:cNvSpPr>
            <a:spLocks xmlns:a="http://schemas.openxmlformats.org/drawingml/2006/main" noGrp="1"/>
          </p:cNvSpPr>
          <p:nvPr/>
        </p:nvSpPr>
        <p:spPr>
          <a:xfrm xmlns:a="http://schemas.openxmlformats.org/drawingml/2006/main">
            <a:off x="3371850" y="529590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6F6A65"/>
                </a:solidFill>
              </a:defRPr>
            </a:pPr>
            <a:r>
              <a:rPr sz="1575" b="0">
                <a:solidFill>
                  <a:srgbClr val="6F6A65"/>
                </a:solidFill>
              </a:rPr>
              <a:t>ESP32가 검증된 이미지만 다음 부팅 파티션에 반영</a:t>
            </a:r>
          </a:p>
        </p:txBody>
      </p:sp>
      <p:sp>
        <p:nvSpPr>
          <p:cNvPr id="20" name="take">
            <a:extLst xmlns:a="http://schemas.openxmlformats.org/drawingml/2006/main">
              <a:ext uri="{FF2B5EF4-FFF2-40B4-BE49-F238E27FC236}">
                <a16:creationId xmlns:a16="http://schemas.microsoft.com/office/drawing/2014/main" id="{AB73941B-D1A8-4EFE-BCEB-3F106FECDBDE}"/>
              </a:ext>
            </a:extLst>
          </p:cNvPr>
          <p:cNvSpPr>
            <a:spLocks xmlns:a="http://schemas.openxmlformats.org/drawingml/2006/main" noGrp="1"/>
          </p:cNvSpPr>
          <p:nvPr/>
        </p:nvSpPr>
        <p:spPr>
          <a:xfrm xmlns:a="http://schemas.openxmlformats.org/drawingml/2006/main">
            <a:off x="914400" y="6572250"/>
            <a:ext cx="11887200" cy="45720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1" name="take-t">
            <a:extLst xmlns:a="http://schemas.openxmlformats.org/drawingml/2006/main">
              <a:ext uri="{FF2B5EF4-FFF2-40B4-BE49-F238E27FC236}">
                <a16:creationId xmlns:a16="http://schemas.microsoft.com/office/drawing/2014/main" id="{75C75A4E-0824-4054-A04A-4A7446D9B87E}"/>
              </a:ext>
            </a:extLst>
          </p:cNvPr>
          <p:cNvSpPr>
            <a:spLocks xmlns:a="http://schemas.openxmlformats.org/drawingml/2006/main" noGrp="1"/>
          </p:cNvSpPr>
          <p:nvPr/>
        </p:nvSpPr>
        <p:spPr>
          <a:xfrm xmlns:a="http://schemas.openxmlformats.org/drawingml/2006/main">
            <a:off x="1143000" y="6572250"/>
            <a:ext cx="1143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C84308"/>
                </a:solidFill>
              </a:defRPr>
            </a:pPr>
            <a:r>
              <a:rPr sz="1500" b="1">
                <a:solidFill>
                  <a:srgbClr val="C84308"/>
                </a:solidFill>
              </a:rPr>
              <a:t>핵심 목표  |  앱·커널·펌웨어가 같은 프로토콜과 같은 시간 기준으로 동작하게 만들기</a:t>
            </a:r>
          </a:p>
        </p:txBody>
      </p:sp>
    </p:spTree>
    <p:extLst>
      <p:ext uri="{BB962C8B-B14F-4D97-AF65-F5344CB8AC3E}">
        <p14:creationId xmlns:p14="http://schemas.microsoft.com/office/powerpoint/2010/main" val="20031237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eyebrow">
            <a:extLst xmlns:a="http://schemas.openxmlformats.org/drawingml/2006/main">
              <a:ext uri="{FF2B5EF4-FFF2-40B4-BE49-F238E27FC236}">
                <a16:creationId xmlns:a16="http://schemas.microsoft.com/office/drawing/2014/main" id="{B0F39E22-D6BC-4428-9A94-6AA2077E8195}"/>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02 · SYSTEM ARCHITECTURE</a:t>
            </a:r>
          </a:p>
        </p:txBody>
      </p:sp>
      <p:sp>
        <p:nvSpPr>
          <p:cNvPr id="2" name="title">
            <a:extLst xmlns:a="http://schemas.openxmlformats.org/drawingml/2006/main">
              <a:ext uri="{FF2B5EF4-FFF2-40B4-BE49-F238E27FC236}">
                <a16:creationId xmlns:a16="http://schemas.microsoft.com/office/drawing/2014/main" id="{0386716B-123B-4899-9233-87C016CF2241}"/>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다섯 파트가 한 개의 OTA·음성 경로를 완성</a:t>
            </a:r>
          </a:p>
        </p:txBody>
      </p:sp>
      <p:sp>
        <p:nvSpPr>
          <p:cNvPr id="3" name="footer">
            <a:extLst xmlns:a="http://schemas.openxmlformats.org/drawingml/2006/main">
              <a:ext uri="{FF2B5EF4-FFF2-40B4-BE49-F238E27FC236}">
                <a16:creationId xmlns:a16="http://schemas.microsoft.com/office/drawing/2014/main" id="{106BF60F-652F-4E07-A1D4-F6BE6E1B9FE6}"/>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D3A4096D-0A89-4983-9ECB-010B7D1A9D97}"/>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03</a:t>
            </a:r>
          </a:p>
        </p:txBody>
      </p:sp>
      <p:sp>
        <p:nvSpPr>
          <p:cNvPr id="5" name="c0">
            <a:extLst xmlns:a="http://schemas.openxmlformats.org/drawingml/2006/main">
              <a:ext uri="{FF2B5EF4-FFF2-40B4-BE49-F238E27FC236}">
                <a16:creationId xmlns:a16="http://schemas.microsoft.com/office/drawing/2014/main" id="{3888A74F-1F25-4FE1-843C-204233AEBD8F}"/>
              </a:ext>
            </a:extLst>
          </p:cNvPr>
          <p:cNvSpPr>
            <a:spLocks xmlns:a="http://schemas.openxmlformats.org/drawingml/2006/main" noGrp="1"/>
          </p:cNvSpPr>
          <p:nvPr/>
        </p:nvSpPr>
        <p:spPr>
          <a:xfrm xmlns:a="http://schemas.openxmlformats.org/drawingml/2006/main">
            <a:off x="914400" y="2228850"/>
            <a:ext cx="2476500" cy="22288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ct0">
            <a:extLst xmlns:a="http://schemas.openxmlformats.org/drawingml/2006/main">
              <a:ext uri="{FF2B5EF4-FFF2-40B4-BE49-F238E27FC236}">
                <a16:creationId xmlns:a16="http://schemas.microsoft.com/office/drawing/2014/main" id="{CE5702CC-109B-49FF-8ECE-9F7AD9336D85}"/>
              </a:ext>
            </a:extLst>
          </p:cNvPr>
          <p:cNvSpPr>
            <a:spLocks xmlns:a="http://schemas.openxmlformats.org/drawingml/2006/main" noGrp="1"/>
          </p:cNvSpPr>
          <p:nvPr/>
        </p:nvSpPr>
        <p:spPr>
          <a:xfrm xmlns:a="http://schemas.openxmlformats.org/drawingml/2006/main">
            <a:off x="11049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Gateway / Qt</a:t>
            </a:r>
          </a:p>
        </p:txBody>
      </p:sp>
      <p:sp>
        <p:nvSpPr>
          <p:cNvPr id="7" name="cb0">
            <a:extLst xmlns:a="http://schemas.openxmlformats.org/drawingml/2006/main">
              <a:ext uri="{FF2B5EF4-FFF2-40B4-BE49-F238E27FC236}">
                <a16:creationId xmlns:a16="http://schemas.microsoft.com/office/drawing/2014/main" id="{E384DBD2-6EE6-4B5C-93CE-D8AF62C3AF44}"/>
              </a:ext>
            </a:extLst>
          </p:cNvPr>
          <p:cNvSpPr>
            <a:spLocks xmlns:a="http://schemas.openxmlformats.org/drawingml/2006/main" noGrp="1"/>
          </p:cNvSpPr>
          <p:nvPr/>
        </p:nvSpPr>
        <p:spPr>
          <a:xfrm xmlns:a="http://schemas.openxmlformats.org/drawingml/2006/main">
            <a:off x="11049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파일 선택 · 장치 탐색</a:t>
            </a:r>
          </a:p>
          <a:p xmlns:a="http://schemas.openxmlformats.org/drawingml/2006/main">
            <a:pPr algn="l">
              <a:defRPr sz="1350" b="0">
                <a:solidFill>
                  <a:srgbClr val="6F6A65"/>
                </a:solidFill>
              </a:defRPr>
            </a:pPr>
            <a:r>
              <a:rPr sz="1350" b="0">
                <a:solidFill>
                  <a:srgbClr val="6F6A65"/>
                </a:solidFill>
              </a:rPr>
              <a:t>OTA 세션 · 진행 표시</a:t>
            </a:r>
          </a:p>
        </p:txBody>
      </p:sp>
      <p:sp>
        <p:nvSpPr>
          <p:cNvPr id="8" name="a0l">
            <a:extLst xmlns:a="http://schemas.openxmlformats.org/drawingml/2006/main">
              <a:ext uri="{FF2B5EF4-FFF2-40B4-BE49-F238E27FC236}">
                <a16:creationId xmlns:a16="http://schemas.microsoft.com/office/drawing/2014/main" id="{D82849F2-6F8D-4667-9AB2-DB99A62B2E06}"/>
              </a:ext>
            </a:extLst>
          </p:cNvPr>
          <p:cNvSpPr>
            <a:spLocks xmlns:a="http://schemas.openxmlformats.org/drawingml/2006/main" noGrp="1"/>
          </p:cNvSpPr>
          <p:nvPr/>
        </p:nvSpPr>
        <p:spPr>
          <a:xfrm xmlns:a="http://schemas.openxmlformats.org/drawingml/2006/main">
            <a:off x="3448050" y="3257550"/>
            <a:ext cx="3048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a0h">
            <a:extLst xmlns:a="http://schemas.openxmlformats.org/drawingml/2006/main">
              <a:ext uri="{FF2B5EF4-FFF2-40B4-BE49-F238E27FC236}">
                <a16:creationId xmlns:a16="http://schemas.microsoft.com/office/drawing/2014/main" id="{A002334D-8596-44D9-96BA-623AF9B49998}"/>
              </a:ext>
            </a:extLst>
          </p:cNvPr>
          <p:cNvSpPr>
            <a:spLocks xmlns:a="http://schemas.openxmlformats.org/drawingml/2006/main" noGrp="1"/>
          </p:cNvSpPr>
          <p:nvPr/>
        </p:nvSpPr>
        <p:spPr>
          <a:xfrm xmlns:a="http://schemas.openxmlformats.org/drawingml/2006/main">
            <a:off x="3695700" y="31813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c1">
            <a:extLst xmlns:a="http://schemas.openxmlformats.org/drawingml/2006/main">
              <a:ext uri="{FF2B5EF4-FFF2-40B4-BE49-F238E27FC236}">
                <a16:creationId xmlns:a16="http://schemas.microsoft.com/office/drawing/2014/main" id="{4DDF6438-E6C4-4063-9EFE-E38A38D5E63A}"/>
              </a:ext>
            </a:extLst>
          </p:cNvPr>
          <p:cNvSpPr>
            <a:spLocks xmlns:a="http://schemas.openxmlformats.org/drawingml/2006/main" noGrp="1"/>
          </p:cNvSpPr>
          <p:nvPr/>
        </p:nvSpPr>
        <p:spPr>
          <a:xfrm xmlns:a="http://schemas.openxmlformats.org/drawingml/2006/main">
            <a:off x="3886200" y="2228850"/>
            <a:ext cx="2476500" cy="2228850"/>
          </a:xfrm>
          <a:prstGeom xmlns:a="http://schemas.openxmlformats.org/drawingml/2006/main" prst="rect">
            <a:avLst/>
          </a:prstGeom>
          <a:solidFill xmlns:a="http://schemas.openxmlformats.org/drawingml/2006/main">
            <a:srgbClr val="FBF2ED"/>
          </a:solidFill>
          <a:ln xmlns:a="http://schemas.openxmlformats.org/drawingml/2006/main" w="19050">
            <a:solidFill>
              <a:srgbClr val="C84308"/>
            </a:solidFill>
            <a:prstDash val="solid"/>
          </a:ln>
        </p:spPr>
      </p:sp>
      <p:sp>
        <p:nvSpPr>
          <p:cNvPr id="11" name="ct1">
            <a:extLst xmlns:a="http://schemas.openxmlformats.org/drawingml/2006/main">
              <a:ext uri="{FF2B5EF4-FFF2-40B4-BE49-F238E27FC236}">
                <a16:creationId xmlns:a16="http://schemas.microsoft.com/office/drawing/2014/main" id="{350C0B34-EF79-401B-A82A-0E7734C0B365}"/>
              </a:ext>
            </a:extLst>
          </p:cNvPr>
          <p:cNvSpPr>
            <a:spLocks xmlns:a="http://schemas.openxmlformats.org/drawingml/2006/main" noGrp="1"/>
          </p:cNvSpPr>
          <p:nvPr/>
        </p:nvSpPr>
        <p:spPr>
          <a:xfrm xmlns:a="http://schemas.openxmlformats.org/drawingml/2006/main">
            <a:off x="40767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Linux Driver</a:t>
            </a:r>
          </a:p>
        </p:txBody>
      </p:sp>
      <p:sp>
        <p:nvSpPr>
          <p:cNvPr id="12" name="cb1">
            <a:extLst xmlns:a="http://schemas.openxmlformats.org/drawingml/2006/main">
              <a:ext uri="{FF2B5EF4-FFF2-40B4-BE49-F238E27FC236}">
                <a16:creationId xmlns:a16="http://schemas.microsoft.com/office/drawing/2014/main" id="{8C337F0A-E3BB-4251-B35C-5FE0BC003F67}"/>
              </a:ext>
            </a:extLst>
          </p:cNvPr>
          <p:cNvSpPr>
            <a:spLocks xmlns:a="http://schemas.openxmlformats.org/drawingml/2006/main" noGrp="1"/>
          </p:cNvSpPr>
          <p:nvPr/>
        </p:nvSpPr>
        <p:spPr>
          <a:xfrm xmlns:a="http://schemas.openxmlformats.org/drawingml/2006/main">
            <a:off x="40767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/dev/cc1101</a:t>
            </a:r>
          </a:p>
          <a:p xmlns:a="http://schemas.openxmlformats.org/drawingml/2006/main">
            <a:pPr algn="l">
              <a:defRPr sz="1350" b="0">
                <a:solidFill>
                  <a:srgbClr val="6F6A65"/>
                </a:solidFill>
              </a:defRPr>
            </a:pPr>
            <a:r>
              <a:rPr sz="1350" b="0">
                <a:solidFill>
                  <a:srgbClr val="6F6A65"/>
                </a:solidFill>
              </a:rPr>
              <a:t>SPI · IRQ · FIFO · FHSS</a:t>
            </a:r>
          </a:p>
        </p:txBody>
      </p:sp>
      <p:sp>
        <p:nvSpPr>
          <p:cNvPr id="13" name="a1l">
            <a:extLst xmlns:a="http://schemas.openxmlformats.org/drawingml/2006/main">
              <a:ext uri="{FF2B5EF4-FFF2-40B4-BE49-F238E27FC236}">
                <a16:creationId xmlns:a16="http://schemas.microsoft.com/office/drawing/2014/main" id="{18D80122-E776-4D26-942B-3D32DA7782BF}"/>
              </a:ext>
            </a:extLst>
          </p:cNvPr>
          <p:cNvSpPr>
            <a:spLocks xmlns:a="http://schemas.openxmlformats.org/drawingml/2006/main" noGrp="1"/>
          </p:cNvSpPr>
          <p:nvPr/>
        </p:nvSpPr>
        <p:spPr>
          <a:xfrm xmlns:a="http://schemas.openxmlformats.org/drawingml/2006/main">
            <a:off x="6419850" y="3257550"/>
            <a:ext cx="3048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a1h">
            <a:extLst xmlns:a="http://schemas.openxmlformats.org/drawingml/2006/main">
              <a:ext uri="{FF2B5EF4-FFF2-40B4-BE49-F238E27FC236}">
                <a16:creationId xmlns:a16="http://schemas.microsoft.com/office/drawing/2014/main" id="{3AE99D13-E390-470A-A837-52B8C64CAA04}"/>
              </a:ext>
            </a:extLst>
          </p:cNvPr>
          <p:cNvSpPr>
            <a:spLocks xmlns:a="http://schemas.openxmlformats.org/drawingml/2006/main" noGrp="1"/>
          </p:cNvSpPr>
          <p:nvPr/>
        </p:nvSpPr>
        <p:spPr>
          <a:xfrm xmlns:a="http://schemas.openxmlformats.org/drawingml/2006/main">
            <a:off x="6667500" y="31813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c2">
            <a:extLst xmlns:a="http://schemas.openxmlformats.org/drawingml/2006/main">
              <a:ext uri="{FF2B5EF4-FFF2-40B4-BE49-F238E27FC236}">
                <a16:creationId xmlns:a16="http://schemas.microsoft.com/office/drawing/2014/main" id="{5803CC99-94EF-4034-AAD7-12DFFBD7A141}"/>
              </a:ext>
            </a:extLst>
          </p:cNvPr>
          <p:cNvSpPr>
            <a:spLocks xmlns:a="http://schemas.openxmlformats.org/drawingml/2006/main" noGrp="1"/>
          </p:cNvSpPr>
          <p:nvPr/>
        </p:nvSpPr>
        <p:spPr>
          <a:xfrm xmlns:a="http://schemas.openxmlformats.org/drawingml/2006/main">
            <a:off x="6858000" y="2228850"/>
            <a:ext cx="2476500" cy="22288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6" name="ct2">
            <a:extLst xmlns:a="http://schemas.openxmlformats.org/drawingml/2006/main">
              <a:ext uri="{FF2B5EF4-FFF2-40B4-BE49-F238E27FC236}">
                <a16:creationId xmlns:a16="http://schemas.microsoft.com/office/drawing/2014/main" id="{2E4836D0-1E8C-44E0-B738-48CC95264480}"/>
              </a:ext>
            </a:extLst>
          </p:cNvPr>
          <p:cNvSpPr>
            <a:spLocks xmlns:a="http://schemas.openxmlformats.org/drawingml/2006/main" noGrp="1"/>
          </p:cNvSpPr>
          <p:nvPr/>
        </p:nvSpPr>
        <p:spPr>
          <a:xfrm xmlns:a="http://schemas.openxmlformats.org/drawingml/2006/main">
            <a:off x="70485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RF Link</a:t>
            </a:r>
          </a:p>
        </p:txBody>
      </p:sp>
      <p:sp>
        <p:nvSpPr>
          <p:cNvPr id="17" name="cb2">
            <a:extLst xmlns:a="http://schemas.openxmlformats.org/drawingml/2006/main">
              <a:ext uri="{FF2B5EF4-FFF2-40B4-BE49-F238E27FC236}">
                <a16:creationId xmlns:a16="http://schemas.microsoft.com/office/drawing/2014/main" id="{0D0CC9A3-8029-46D1-9E97-F6F4C2C031E1}"/>
              </a:ext>
            </a:extLst>
          </p:cNvPr>
          <p:cNvSpPr>
            <a:spLocks xmlns:a="http://schemas.openxmlformats.org/drawingml/2006/main" noGrp="1"/>
          </p:cNvSpPr>
          <p:nvPr/>
        </p:nvSpPr>
        <p:spPr>
          <a:xfrm xmlns:a="http://schemas.openxmlformats.org/drawingml/2006/main">
            <a:off x="70485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CC1101 Sub-1GHz</a:t>
            </a:r>
          </a:p>
          <a:p xmlns:a="http://schemas.openxmlformats.org/drawingml/2006/main">
            <a:pPr algn="l">
              <a:defRPr sz="1350" b="0">
                <a:solidFill>
                  <a:srgbClr val="6F6A65"/>
                </a:solidFill>
              </a:defRPr>
            </a:pPr>
            <a:r>
              <a:rPr sz="1350" b="0">
                <a:solidFill>
                  <a:srgbClr val="6F6A65"/>
                </a:solidFill>
              </a:rPr>
              <a:t>DATA · ACK · SYNC</a:t>
            </a:r>
          </a:p>
        </p:txBody>
      </p:sp>
      <p:sp>
        <p:nvSpPr>
          <p:cNvPr id="18" name="a2l">
            <a:extLst xmlns:a="http://schemas.openxmlformats.org/drawingml/2006/main">
              <a:ext uri="{FF2B5EF4-FFF2-40B4-BE49-F238E27FC236}">
                <a16:creationId xmlns:a16="http://schemas.microsoft.com/office/drawing/2014/main" id="{FAC8E617-7756-4947-9B8C-4A979AA593A0}"/>
              </a:ext>
            </a:extLst>
          </p:cNvPr>
          <p:cNvSpPr>
            <a:spLocks xmlns:a="http://schemas.openxmlformats.org/drawingml/2006/main" noGrp="1"/>
          </p:cNvSpPr>
          <p:nvPr/>
        </p:nvSpPr>
        <p:spPr>
          <a:xfrm xmlns:a="http://schemas.openxmlformats.org/drawingml/2006/main">
            <a:off x="9391650" y="3257550"/>
            <a:ext cx="3048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a2h">
            <a:extLst xmlns:a="http://schemas.openxmlformats.org/drawingml/2006/main">
              <a:ext uri="{FF2B5EF4-FFF2-40B4-BE49-F238E27FC236}">
                <a16:creationId xmlns:a16="http://schemas.microsoft.com/office/drawing/2014/main" id="{1AD3218E-1B17-47D6-A6B3-A5922A77790B}"/>
              </a:ext>
            </a:extLst>
          </p:cNvPr>
          <p:cNvSpPr>
            <a:spLocks xmlns:a="http://schemas.openxmlformats.org/drawingml/2006/main" noGrp="1"/>
          </p:cNvSpPr>
          <p:nvPr/>
        </p:nvSpPr>
        <p:spPr>
          <a:xfrm xmlns:a="http://schemas.openxmlformats.org/drawingml/2006/main">
            <a:off x="9639300" y="31813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c3">
            <a:extLst xmlns:a="http://schemas.openxmlformats.org/drawingml/2006/main">
              <a:ext uri="{FF2B5EF4-FFF2-40B4-BE49-F238E27FC236}">
                <a16:creationId xmlns:a16="http://schemas.microsoft.com/office/drawing/2014/main" id="{5B792C53-C25E-4F48-B3A8-B3EA8633C124}"/>
              </a:ext>
            </a:extLst>
          </p:cNvPr>
          <p:cNvSpPr>
            <a:spLocks xmlns:a="http://schemas.openxmlformats.org/drawingml/2006/main" noGrp="1"/>
          </p:cNvSpPr>
          <p:nvPr/>
        </p:nvSpPr>
        <p:spPr>
          <a:xfrm xmlns:a="http://schemas.openxmlformats.org/drawingml/2006/main">
            <a:off x="9829800" y="2228850"/>
            <a:ext cx="2476500" cy="22288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1" name="ct3">
            <a:extLst xmlns:a="http://schemas.openxmlformats.org/drawingml/2006/main">
              <a:ext uri="{FF2B5EF4-FFF2-40B4-BE49-F238E27FC236}">
                <a16:creationId xmlns:a16="http://schemas.microsoft.com/office/drawing/2014/main" id="{BCE7F5DD-DDB4-493B-A265-CA28D13090B8}"/>
              </a:ext>
            </a:extLst>
          </p:cNvPr>
          <p:cNvSpPr>
            <a:spLocks xmlns:a="http://schemas.openxmlformats.org/drawingml/2006/main" noGrp="1"/>
          </p:cNvSpPr>
          <p:nvPr/>
        </p:nvSpPr>
        <p:spPr>
          <a:xfrm xmlns:a="http://schemas.openxmlformats.org/drawingml/2006/main">
            <a:off x="10020300" y="245745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ESP32 Firmware</a:t>
            </a:r>
          </a:p>
        </p:txBody>
      </p:sp>
      <p:sp>
        <p:nvSpPr>
          <p:cNvPr id="22" name="cb3">
            <a:extLst xmlns:a="http://schemas.openxmlformats.org/drawingml/2006/main">
              <a:ext uri="{FF2B5EF4-FFF2-40B4-BE49-F238E27FC236}">
                <a16:creationId xmlns:a16="http://schemas.microsoft.com/office/drawing/2014/main" id="{BD1C74B3-264F-4D8B-BE50-CAE16F05054D}"/>
              </a:ext>
            </a:extLst>
          </p:cNvPr>
          <p:cNvSpPr>
            <a:spLocks xmlns:a="http://schemas.openxmlformats.org/drawingml/2006/main" noGrp="1"/>
          </p:cNvSpPr>
          <p:nvPr/>
        </p:nvSpPr>
        <p:spPr>
          <a:xfrm xmlns:a="http://schemas.openxmlformats.org/drawingml/2006/main">
            <a:off x="10020300" y="33337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6F6A65"/>
                </a:solidFill>
              </a:defRPr>
            </a:pPr>
            <a:r>
              <a:rPr sz="1350" b="0">
                <a:solidFill>
                  <a:srgbClr val="6F6A65"/>
                </a:solidFill>
              </a:rPr>
              <a:t>프로토콜 수신 · OTA write</a:t>
            </a:r>
          </a:p>
          <a:p xmlns:a="http://schemas.openxmlformats.org/drawingml/2006/main">
            <a:pPr algn="l">
              <a:defRPr sz="1350" b="0">
                <a:solidFill>
                  <a:srgbClr val="6F6A65"/>
                </a:solidFill>
              </a:defRPr>
            </a:pPr>
            <a:r>
              <a:rPr sz="1350" b="0">
                <a:solidFill>
                  <a:srgbClr val="6F6A65"/>
                </a:solidFill>
              </a:rPr>
              <a:t>Speex · PTT · UI</a:t>
            </a:r>
          </a:p>
        </p:txBody>
      </p:sp>
      <p:sp>
        <p:nvSpPr>
          <p:cNvPr id="23" name="lh0">
            <a:extLst xmlns:a="http://schemas.openxmlformats.org/drawingml/2006/main">
              <a:ext uri="{FF2B5EF4-FFF2-40B4-BE49-F238E27FC236}">
                <a16:creationId xmlns:a16="http://schemas.microsoft.com/office/drawing/2014/main" id="{6BF63C39-5242-4ECA-9B5B-FF882D02DC7F}"/>
              </a:ext>
            </a:extLst>
          </p:cNvPr>
          <p:cNvSpPr>
            <a:spLocks xmlns:a="http://schemas.openxmlformats.org/drawingml/2006/main" noGrp="1"/>
          </p:cNvSpPr>
          <p:nvPr/>
        </p:nvSpPr>
        <p:spPr>
          <a:xfrm xmlns:a="http://schemas.openxmlformats.org/drawingml/2006/main">
            <a:off x="914400" y="495300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제어</a:t>
            </a:r>
          </a:p>
        </p:txBody>
      </p:sp>
      <p:sp>
        <p:nvSpPr>
          <p:cNvPr id="24" name="ll0">
            <a:extLst xmlns:a="http://schemas.openxmlformats.org/drawingml/2006/main">
              <a:ext uri="{FF2B5EF4-FFF2-40B4-BE49-F238E27FC236}">
                <a16:creationId xmlns:a16="http://schemas.microsoft.com/office/drawing/2014/main" id="{322B94ED-7FDA-4EE3-BE5B-68A00B7AEEEA}"/>
              </a:ext>
            </a:extLst>
          </p:cNvPr>
          <p:cNvSpPr>
            <a:spLocks xmlns:a="http://schemas.openxmlformats.org/drawingml/2006/main" noGrp="1"/>
          </p:cNvSpPr>
          <p:nvPr/>
        </p:nvSpPr>
        <p:spPr>
          <a:xfrm xmlns:a="http://schemas.openxmlformats.org/drawingml/2006/main">
            <a:off x="1857375" y="5114925"/>
            <a:ext cx="8953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5" name="lb0">
            <a:extLst xmlns:a="http://schemas.openxmlformats.org/drawingml/2006/main">
              <a:ext uri="{FF2B5EF4-FFF2-40B4-BE49-F238E27FC236}">
                <a16:creationId xmlns:a16="http://schemas.microsoft.com/office/drawing/2014/main" id="{BB08F2B1-8EA5-4CA9-8D42-81A0A45E748C}"/>
              </a:ext>
            </a:extLst>
          </p:cNvPr>
          <p:cNvSpPr>
            <a:spLocks xmlns:a="http://schemas.openxmlformats.org/drawingml/2006/main" noGrp="1"/>
          </p:cNvSpPr>
          <p:nvPr/>
        </p:nvSpPr>
        <p:spPr>
          <a:xfrm xmlns:a="http://schemas.openxmlformats.org/drawingml/2006/main">
            <a:off x="2952750" y="495300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1412"/>
                </a:solidFill>
              </a:defRPr>
            </a:pPr>
            <a:r>
              <a:rPr sz="1350" b="0">
                <a:solidFill>
                  <a:srgbClr val="171412"/>
                </a:solidFill>
              </a:rPr>
              <a:t>DISCOVER · CONFIG · ACTIVATE · START · ACK/NACK</a:t>
            </a:r>
          </a:p>
        </p:txBody>
      </p:sp>
      <p:sp>
        <p:nvSpPr>
          <p:cNvPr id="26" name="lh1">
            <a:extLst xmlns:a="http://schemas.openxmlformats.org/drawingml/2006/main">
              <a:ext uri="{FF2B5EF4-FFF2-40B4-BE49-F238E27FC236}">
                <a16:creationId xmlns:a16="http://schemas.microsoft.com/office/drawing/2014/main" id="{0A0E3C4B-74E9-46A9-B150-C8D5F79B9E42}"/>
              </a:ext>
            </a:extLst>
          </p:cNvPr>
          <p:cNvSpPr>
            <a:spLocks xmlns:a="http://schemas.openxmlformats.org/drawingml/2006/main" noGrp="1"/>
          </p:cNvSpPr>
          <p:nvPr/>
        </p:nvSpPr>
        <p:spPr>
          <a:xfrm xmlns:a="http://schemas.openxmlformats.org/drawingml/2006/main">
            <a:off x="914400" y="550545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동기</a:t>
            </a:r>
          </a:p>
        </p:txBody>
      </p:sp>
      <p:sp>
        <p:nvSpPr>
          <p:cNvPr id="27" name="ll1">
            <a:extLst xmlns:a="http://schemas.openxmlformats.org/drawingml/2006/main">
              <a:ext uri="{FF2B5EF4-FFF2-40B4-BE49-F238E27FC236}">
                <a16:creationId xmlns:a16="http://schemas.microsoft.com/office/drawing/2014/main" id="{F546F316-6BF0-4F04-A634-12CD0C0FE7EF}"/>
              </a:ext>
            </a:extLst>
          </p:cNvPr>
          <p:cNvSpPr>
            <a:spLocks xmlns:a="http://schemas.openxmlformats.org/drawingml/2006/main" noGrp="1"/>
          </p:cNvSpPr>
          <p:nvPr/>
        </p:nvSpPr>
        <p:spPr>
          <a:xfrm xmlns:a="http://schemas.openxmlformats.org/drawingml/2006/main">
            <a:off x="1857375" y="5667375"/>
            <a:ext cx="8953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8" name="lb1">
            <a:extLst xmlns:a="http://schemas.openxmlformats.org/drawingml/2006/main">
              <a:ext uri="{FF2B5EF4-FFF2-40B4-BE49-F238E27FC236}">
                <a16:creationId xmlns:a16="http://schemas.microsoft.com/office/drawing/2014/main" id="{1759E70F-3AA6-41B1-96FA-E92FDAB96356}"/>
              </a:ext>
            </a:extLst>
          </p:cNvPr>
          <p:cNvSpPr>
            <a:spLocks xmlns:a="http://schemas.openxmlformats.org/drawingml/2006/main" noGrp="1"/>
          </p:cNvSpPr>
          <p:nvPr/>
        </p:nvSpPr>
        <p:spPr>
          <a:xfrm xmlns:a="http://schemas.openxmlformats.org/drawingml/2006/main">
            <a:off x="2952750" y="550545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1412"/>
                </a:solidFill>
              </a:defRPr>
            </a:pPr>
            <a:r>
              <a:rPr sz="1350" b="0">
                <a:solidFill>
                  <a:srgbClr val="171412"/>
                </a:solidFill>
              </a:rPr>
              <a:t>seed · generation · slot · hop_index · FHSS_SYNC</a:t>
            </a:r>
          </a:p>
        </p:txBody>
      </p:sp>
      <p:sp>
        <p:nvSpPr>
          <p:cNvPr id="29" name="lh2">
            <a:extLst xmlns:a="http://schemas.openxmlformats.org/drawingml/2006/main">
              <a:ext uri="{FF2B5EF4-FFF2-40B4-BE49-F238E27FC236}">
                <a16:creationId xmlns:a16="http://schemas.microsoft.com/office/drawing/2014/main" id="{9C09EF01-61D6-49F1-8475-F74A77949A66}"/>
              </a:ext>
            </a:extLst>
          </p:cNvPr>
          <p:cNvSpPr>
            <a:spLocks xmlns:a="http://schemas.openxmlformats.org/drawingml/2006/main" noGrp="1"/>
          </p:cNvSpPr>
          <p:nvPr/>
        </p:nvSpPr>
        <p:spPr>
          <a:xfrm xmlns:a="http://schemas.openxmlformats.org/drawingml/2006/main">
            <a:off x="914400" y="6057900"/>
            <a:ext cx="876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미디어</a:t>
            </a:r>
          </a:p>
        </p:txBody>
      </p:sp>
      <p:sp>
        <p:nvSpPr>
          <p:cNvPr id="30" name="ll2">
            <a:extLst xmlns:a="http://schemas.openxmlformats.org/drawingml/2006/main">
              <a:ext uri="{FF2B5EF4-FFF2-40B4-BE49-F238E27FC236}">
                <a16:creationId xmlns:a16="http://schemas.microsoft.com/office/drawing/2014/main" id="{886F0CB1-D59E-4F11-8691-A18558083F8F}"/>
              </a:ext>
            </a:extLst>
          </p:cNvPr>
          <p:cNvSpPr>
            <a:spLocks xmlns:a="http://schemas.openxmlformats.org/drawingml/2006/main" noGrp="1"/>
          </p:cNvSpPr>
          <p:nvPr/>
        </p:nvSpPr>
        <p:spPr>
          <a:xfrm xmlns:a="http://schemas.openxmlformats.org/drawingml/2006/main">
            <a:off x="1857375" y="6219825"/>
            <a:ext cx="8953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1" name="lb2">
            <a:extLst xmlns:a="http://schemas.openxmlformats.org/drawingml/2006/main">
              <a:ext uri="{FF2B5EF4-FFF2-40B4-BE49-F238E27FC236}">
                <a16:creationId xmlns:a16="http://schemas.microsoft.com/office/drawing/2014/main" id="{8760A446-E783-4614-A2DA-18E768C37CAD}"/>
              </a:ext>
            </a:extLst>
          </p:cNvPr>
          <p:cNvSpPr>
            <a:spLocks xmlns:a="http://schemas.openxmlformats.org/drawingml/2006/main" noGrp="1"/>
          </p:cNvSpPr>
          <p:nvPr/>
        </p:nvSpPr>
        <p:spPr>
          <a:xfrm xmlns:a="http://schemas.openxmlformats.org/drawingml/2006/main">
            <a:off x="2952750" y="6057900"/>
            <a:ext cx="933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171412"/>
                </a:solidFill>
              </a:defRPr>
            </a:pPr>
            <a:r>
              <a:rPr sz="1350" b="0">
                <a:solidFill>
                  <a:srgbClr val="171412"/>
                </a:solidFill>
              </a:rPr>
              <a:t>I2S PCM · Speex · 무전 음성 패킷</a:t>
            </a:r>
          </a:p>
        </p:txBody>
      </p:sp>
    </p:spTree>
    <p:extLst>
      <p:ext uri="{BB962C8B-B14F-4D97-AF65-F5344CB8AC3E}">
        <p14:creationId xmlns:p14="http://schemas.microsoft.com/office/powerpoint/2010/main" val="9371883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eyebrow">
            <a:extLst xmlns:a="http://schemas.openxmlformats.org/drawingml/2006/main">
              <a:ext uri="{FF2B5EF4-FFF2-40B4-BE49-F238E27FC236}">
                <a16:creationId xmlns:a16="http://schemas.microsoft.com/office/drawing/2014/main" id="{B297BA9D-2221-4541-A7FE-4A5EFBFC6F14}"/>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03 · DEVICE DRIVER + YOCTO</a:t>
            </a:r>
          </a:p>
        </p:txBody>
      </p:sp>
      <p:sp>
        <p:nvSpPr>
          <p:cNvPr id="2" name="title">
            <a:extLst xmlns:a="http://schemas.openxmlformats.org/drawingml/2006/main">
              <a:ext uri="{FF2B5EF4-FFF2-40B4-BE49-F238E27FC236}">
                <a16:creationId xmlns:a16="http://schemas.microsoft.com/office/drawing/2014/main" id="{F45F41E9-3470-4D34-BE2C-9CFF0C2A8A00}"/>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앱에는 단순한 장치 API, 커널에는 무선 복잡성</a:t>
            </a:r>
          </a:p>
        </p:txBody>
      </p:sp>
      <p:sp>
        <p:nvSpPr>
          <p:cNvPr id="3" name="footer">
            <a:extLst xmlns:a="http://schemas.openxmlformats.org/drawingml/2006/main">
              <a:ext uri="{FF2B5EF4-FFF2-40B4-BE49-F238E27FC236}">
                <a16:creationId xmlns:a16="http://schemas.microsoft.com/office/drawing/2014/main" id="{C0004109-9C91-4BAE-9F39-12468D47448F}"/>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00CE50FC-A361-4190-929D-ECA57395C587}"/>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04</a:t>
            </a:r>
          </a:p>
        </p:txBody>
      </p:sp>
      <p:sp>
        <p:nvSpPr>
          <p:cNvPr id="5" name="d0">
            <a:extLst xmlns:a="http://schemas.openxmlformats.org/drawingml/2006/main">
              <a:ext uri="{FF2B5EF4-FFF2-40B4-BE49-F238E27FC236}">
                <a16:creationId xmlns:a16="http://schemas.microsoft.com/office/drawing/2014/main" id="{618E172C-E812-4DA7-8A81-B217337A19B6}"/>
              </a:ext>
            </a:extLst>
          </p:cNvPr>
          <p:cNvSpPr>
            <a:spLocks xmlns:a="http://schemas.openxmlformats.org/drawingml/2006/main" noGrp="1"/>
          </p:cNvSpPr>
          <p:nvPr/>
        </p:nvSpPr>
        <p:spPr>
          <a:xfrm xmlns:a="http://schemas.openxmlformats.org/drawingml/2006/main">
            <a:off x="91440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6" name="dt0">
            <a:extLst xmlns:a="http://schemas.openxmlformats.org/drawingml/2006/main">
              <a:ext uri="{FF2B5EF4-FFF2-40B4-BE49-F238E27FC236}">
                <a16:creationId xmlns:a16="http://schemas.microsoft.com/office/drawing/2014/main" id="{97F0A0E5-DA85-4516-9EC5-538BF2FDC9E0}"/>
              </a:ext>
            </a:extLst>
          </p:cNvPr>
          <p:cNvSpPr>
            <a:spLocks xmlns:a="http://schemas.openxmlformats.org/drawingml/2006/main" noGrp="1"/>
          </p:cNvSpPr>
          <p:nvPr/>
        </p:nvSpPr>
        <p:spPr>
          <a:xfrm xmlns:a="http://schemas.openxmlformats.org/drawingml/2006/main">
            <a:off x="106680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Gateway App</a:t>
            </a:r>
          </a:p>
        </p:txBody>
      </p:sp>
      <p:sp>
        <p:nvSpPr>
          <p:cNvPr id="7" name="db0">
            <a:extLst xmlns:a="http://schemas.openxmlformats.org/drawingml/2006/main">
              <a:ext uri="{FF2B5EF4-FFF2-40B4-BE49-F238E27FC236}">
                <a16:creationId xmlns:a16="http://schemas.microsoft.com/office/drawing/2014/main" id="{5580FE72-D488-4348-84F2-C2BBEF9862C5}"/>
              </a:ext>
            </a:extLst>
          </p:cNvPr>
          <p:cNvSpPr>
            <a:spLocks xmlns:a="http://schemas.openxmlformats.org/drawingml/2006/main" noGrp="1"/>
          </p:cNvSpPr>
          <p:nvPr/>
        </p:nvSpPr>
        <p:spPr>
          <a:xfrm xmlns:a="http://schemas.openxmlformats.org/drawingml/2006/main">
            <a:off x="106680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open · read · write</a:t>
            </a:r>
          </a:p>
          <a:p xmlns:a="http://schemas.openxmlformats.org/drawingml/2006/main">
            <a:pPr algn="ctr">
              <a:defRPr sz="1200" b="0">
                <a:solidFill>
                  <a:srgbClr val="6F6A65"/>
                </a:solidFill>
              </a:defRPr>
            </a:pPr>
            <a:r>
              <a:rPr sz="1200" b="0">
                <a:solidFill>
                  <a:srgbClr val="6F6A65"/>
                </a:solidFill>
              </a:rPr>
              <a:t>ioctl · poll</a:t>
            </a:r>
          </a:p>
        </p:txBody>
      </p:sp>
      <p:sp>
        <p:nvSpPr>
          <p:cNvPr id="8" name="da0l">
            <a:extLst xmlns:a="http://schemas.openxmlformats.org/drawingml/2006/main">
              <a:ext uri="{FF2B5EF4-FFF2-40B4-BE49-F238E27FC236}">
                <a16:creationId xmlns:a16="http://schemas.microsoft.com/office/drawing/2014/main" id="{C51F620A-4E25-412C-B8A0-56B173D11134}"/>
              </a:ext>
            </a:extLst>
          </p:cNvPr>
          <p:cNvSpPr>
            <a:spLocks xmlns:a="http://schemas.openxmlformats.org/drawingml/2006/main" noGrp="1"/>
          </p:cNvSpPr>
          <p:nvPr/>
        </p:nvSpPr>
        <p:spPr>
          <a:xfrm xmlns:a="http://schemas.openxmlformats.org/drawingml/2006/main">
            <a:off x="292417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da0h">
            <a:extLst xmlns:a="http://schemas.openxmlformats.org/drawingml/2006/main">
              <a:ext uri="{FF2B5EF4-FFF2-40B4-BE49-F238E27FC236}">
                <a16:creationId xmlns:a16="http://schemas.microsoft.com/office/drawing/2014/main" id="{50B99CD9-FF8D-4408-868C-4EB60121F414}"/>
              </a:ext>
            </a:extLst>
          </p:cNvPr>
          <p:cNvSpPr>
            <a:spLocks xmlns:a="http://schemas.openxmlformats.org/drawingml/2006/main" noGrp="1"/>
          </p:cNvSpPr>
          <p:nvPr/>
        </p:nvSpPr>
        <p:spPr>
          <a:xfrm xmlns:a="http://schemas.openxmlformats.org/drawingml/2006/main">
            <a:off x="311467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d1">
            <a:extLst xmlns:a="http://schemas.openxmlformats.org/drawingml/2006/main">
              <a:ext uri="{FF2B5EF4-FFF2-40B4-BE49-F238E27FC236}">
                <a16:creationId xmlns:a16="http://schemas.microsoft.com/office/drawing/2014/main" id="{89B9B8DB-7743-4C90-8E12-B17026F105AA}"/>
              </a:ext>
            </a:extLst>
          </p:cNvPr>
          <p:cNvSpPr>
            <a:spLocks xmlns:a="http://schemas.openxmlformats.org/drawingml/2006/main" noGrp="1"/>
          </p:cNvSpPr>
          <p:nvPr/>
        </p:nvSpPr>
        <p:spPr>
          <a:xfrm xmlns:a="http://schemas.openxmlformats.org/drawingml/2006/main">
            <a:off x="329565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11" name="dt1">
            <a:extLst xmlns:a="http://schemas.openxmlformats.org/drawingml/2006/main">
              <a:ext uri="{FF2B5EF4-FFF2-40B4-BE49-F238E27FC236}">
                <a16:creationId xmlns:a16="http://schemas.microsoft.com/office/drawing/2014/main" id="{4919D45C-2DB0-47CB-9299-D2FB65A2605F}"/>
              </a:ext>
            </a:extLst>
          </p:cNvPr>
          <p:cNvSpPr>
            <a:spLocks xmlns:a="http://schemas.openxmlformats.org/drawingml/2006/main" noGrp="1"/>
          </p:cNvSpPr>
          <p:nvPr/>
        </p:nvSpPr>
        <p:spPr>
          <a:xfrm xmlns:a="http://schemas.openxmlformats.org/drawingml/2006/main">
            <a:off x="344805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/dev/cc1101</a:t>
            </a:r>
          </a:p>
        </p:txBody>
      </p:sp>
      <p:sp>
        <p:nvSpPr>
          <p:cNvPr id="12" name="db1">
            <a:extLst xmlns:a="http://schemas.openxmlformats.org/drawingml/2006/main">
              <a:ext uri="{FF2B5EF4-FFF2-40B4-BE49-F238E27FC236}">
                <a16:creationId xmlns:a16="http://schemas.microsoft.com/office/drawing/2014/main" id="{F7955D4B-29C7-47CD-AD70-C3B90AE33000}"/>
              </a:ext>
            </a:extLst>
          </p:cNvPr>
          <p:cNvSpPr>
            <a:spLocks xmlns:a="http://schemas.openxmlformats.org/drawingml/2006/main" noGrp="1"/>
          </p:cNvSpPr>
          <p:nvPr/>
        </p:nvSpPr>
        <p:spPr>
          <a:xfrm xmlns:a="http://schemas.openxmlformats.org/drawingml/2006/main">
            <a:off x="344805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misc device</a:t>
            </a:r>
          </a:p>
          <a:p xmlns:a="http://schemas.openxmlformats.org/drawingml/2006/main">
            <a:pPr algn="ctr">
              <a:defRPr sz="1200" b="0">
                <a:solidFill>
                  <a:srgbClr val="6F6A65"/>
                </a:solidFill>
              </a:defRPr>
            </a:pPr>
            <a:r>
              <a:rPr sz="1200" b="0">
                <a:solidFill>
                  <a:srgbClr val="6F6A65"/>
                </a:solidFill>
              </a:rPr>
              <a:t>UAPI 경계</a:t>
            </a:r>
          </a:p>
        </p:txBody>
      </p:sp>
      <p:sp>
        <p:nvSpPr>
          <p:cNvPr id="13" name="da1l">
            <a:extLst xmlns:a="http://schemas.openxmlformats.org/drawingml/2006/main">
              <a:ext uri="{FF2B5EF4-FFF2-40B4-BE49-F238E27FC236}">
                <a16:creationId xmlns:a16="http://schemas.microsoft.com/office/drawing/2014/main" id="{407CBABA-60AF-4B6D-A574-DB0ED752A592}"/>
              </a:ext>
            </a:extLst>
          </p:cNvPr>
          <p:cNvSpPr>
            <a:spLocks xmlns:a="http://schemas.openxmlformats.org/drawingml/2006/main" noGrp="1"/>
          </p:cNvSpPr>
          <p:nvPr/>
        </p:nvSpPr>
        <p:spPr>
          <a:xfrm xmlns:a="http://schemas.openxmlformats.org/drawingml/2006/main">
            <a:off x="530542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da1h">
            <a:extLst xmlns:a="http://schemas.openxmlformats.org/drawingml/2006/main">
              <a:ext uri="{FF2B5EF4-FFF2-40B4-BE49-F238E27FC236}">
                <a16:creationId xmlns:a16="http://schemas.microsoft.com/office/drawing/2014/main" id="{C2FCBEC4-AEF0-4528-9454-CD8D947F0604}"/>
              </a:ext>
            </a:extLst>
          </p:cNvPr>
          <p:cNvSpPr>
            <a:spLocks xmlns:a="http://schemas.openxmlformats.org/drawingml/2006/main" noGrp="1"/>
          </p:cNvSpPr>
          <p:nvPr/>
        </p:nvSpPr>
        <p:spPr>
          <a:xfrm xmlns:a="http://schemas.openxmlformats.org/drawingml/2006/main">
            <a:off x="549592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d2">
            <a:extLst xmlns:a="http://schemas.openxmlformats.org/drawingml/2006/main">
              <a:ext uri="{FF2B5EF4-FFF2-40B4-BE49-F238E27FC236}">
                <a16:creationId xmlns:a16="http://schemas.microsoft.com/office/drawing/2014/main" id="{E51C4346-E3EA-414E-88F2-189A9D4F730D}"/>
              </a:ext>
            </a:extLst>
          </p:cNvPr>
          <p:cNvSpPr>
            <a:spLocks xmlns:a="http://schemas.openxmlformats.org/drawingml/2006/main" noGrp="1"/>
          </p:cNvSpPr>
          <p:nvPr/>
        </p:nvSpPr>
        <p:spPr>
          <a:xfrm xmlns:a="http://schemas.openxmlformats.org/drawingml/2006/main">
            <a:off x="5676900" y="2133600"/>
            <a:ext cx="1981200" cy="1952625"/>
          </a:xfrm>
          <a:prstGeom xmlns:a="http://schemas.openxmlformats.org/drawingml/2006/main" prst="rect">
            <a:avLst/>
          </a:prstGeom>
          <a:solidFill xmlns:a="http://schemas.openxmlformats.org/drawingml/2006/main">
            <a:srgbClr val="FBF2ED"/>
          </a:solidFill>
          <a:ln xmlns:a="http://schemas.openxmlformats.org/drawingml/2006/main" w="19050">
            <a:solidFill>
              <a:srgbClr val="C84308"/>
            </a:solidFill>
            <a:prstDash val="solid"/>
          </a:ln>
        </p:spPr>
      </p:sp>
      <p:sp>
        <p:nvSpPr>
          <p:cNvPr id="16" name="dt2">
            <a:extLst xmlns:a="http://schemas.openxmlformats.org/drawingml/2006/main">
              <a:ext uri="{FF2B5EF4-FFF2-40B4-BE49-F238E27FC236}">
                <a16:creationId xmlns:a16="http://schemas.microsoft.com/office/drawing/2014/main" id="{72E0474A-757C-4896-9328-4B19EFAEF2B6}"/>
              </a:ext>
            </a:extLst>
          </p:cNvPr>
          <p:cNvSpPr>
            <a:spLocks xmlns:a="http://schemas.openxmlformats.org/drawingml/2006/main" noGrp="1"/>
          </p:cNvSpPr>
          <p:nvPr/>
        </p:nvSpPr>
        <p:spPr>
          <a:xfrm xmlns:a="http://schemas.openxmlformats.org/drawingml/2006/main">
            <a:off x="582930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84308"/>
                </a:solidFill>
              </a:defRPr>
            </a:pPr>
            <a:r>
              <a:rPr sz="1500" b="1">
                <a:solidFill>
                  <a:srgbClr val="C84308"/>
                </a:solidFill>
              </a:rPr>
              <a:t>Driver Core</a:t>
            </a:r>
          </a:p>
        </p:txBody>
      </p:sp>
      <p:sp>
        <p:nvSpPr>
          <p:cNvPr id="17" name="db2">
            <a:extLst xmlns:a="http://schemas.openxmlformats.org/drawingml/2006/main">
              <a:ext uri="{FF2B5EF4-FFF2-40B4-BE49-F238E27FC236}">
                <a16:creationId xmlns:a16="http://schemas.microsoft.com/office/drawing/2014/main" id="{BA292FDC-3D86-498C-804F-B2B2B8359373}"/>
              </a:ext>
            </a:extLst>
          </p:cNvPr>
          <p:cNvSpPr>
            <a:spLocks xmlns:a="http://schemas.openxmlformats.org/drawingml/2006/main" noGrp="1"/>
          </p:cNvSpPr>
          <p:nvPr/>
        </p:nvSpPr>
        <p:spPr>
          <a:xfrm xmlns:a="http://schemas.openxmlformats.org/drawingml/2006/main">
            <a:off x="582930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SPI · FIFO · IRQ</a:t>
            </a:r>
          </a:p>
          <a:p xmlns:a="http://schemas.openxmlformats.org/drawingml/2006/main">
            <a:pPr algn="ctr">
              <a:defRPr sz="1200" b="0">
                <a:solidFill>
                  <a:srgbClr val="6F6A65"/>
                </a:solidFill>
              </a:defRPr>
            </a:pPr>
            <a:r>
              <a:rPr sz="1200" b="0">
                <a:solidFill>
                  <a:srgbClr val="6F6A65"/>
                </a:solidFill>
              </a:rPr>
              <a:t>상태 복구</a:t>
            </a:r>
          </a:p>
        </p:txBody>
      </p:sp>
      <p:sp>
        <p:nvSpPr>
          <p:cNvPr id="18" name="da2l">
            <a:extLst xmlns:a="http://schemas.openxmlformats.org/drawingml/2006/main">
              <a:ext uri="{FF2B5EF4-FFF2-40B4-BE49-F238E27FC236}">
                <a16:creationId xmlns:a16="http://schemas.microsoft.com/office/drawing/2014/main" id="{898863BC-E3B7-4842-86AF-02538614AE17}"/>
              </a:ext>
            </a:extLst>
          </p:cNvPr>
          <p:cNvSpPr>
            <a:spLocks xmlns:a="http://schemas.openxmlformats.org/drawingml/2006/main" noGrp="1"/>
          </p:cNvSpPr>
          <p:nvPr/>
        </p:nvSpPr>
        <p:spPr>
          <a:xfrm xmlns:a="http://schemas.openxmlformats.org/drawingml/2006/main">
            <a:off x="768667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da2h">
            <a:extLst xmlns:a="http://schemas.openxmlformats.org/drawingml/2006/main">
              <a:ext uri="{FF2B5EF4-FFF2-40B4-BE49-F238E27FC236}">
                <a16:creationId xmlns:a16="http://schemas.microsoft.com/office/drawing/2014/main" id="{8746E170-8978-4FB0-A1C9-66239857D32B}"/>
              </a:ext>
            </a:extLst>
          </p:cNvPr>
          <p:cNvSpPr>
            <a:spLocks xmlns:a="http://schemas.openxmlformats.org/drawingml/2006/main" noGrp="1"/>
          </p:cNvSpPr>
          <p:nvPr/>
        </p:nvSpPr>
        <p:spPr>
          <a:xfrm xmlns:a="http://schemas.openxmlformats.org/drawingml/2006/main">
            <a:off x="787717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d3">
            <a:extLst xmlns:a="http://schemas.openxmlformats.org/drawingml/2006/main">
              <a:ext uri="{FF2B5EF4-FFF2-40B4-BE49-F238E27FC236}">
                <a16:creationId xmlns:a16="http://schemas.microsoft.com/office/drawing/2014/main" id="{5EB6936E-C14B-4F66-8438-8FE9EB65D4BA}"/>
              </a:ext>
            </a:extLst>
          </p:cNvPr>
          <p:cNvSpPr>
            <a:spLocks xmlns:a="http://schemas.openxmlformats.org/drawingml/2006/main" noGrp="1"/>
          </p:cNvSpPr>
          <p:nvPr/>
        </p:nvSpPr>
        <p:spPr>
          <a:xfrm xmlns:a="http://schemas.openxmlformats.org/drawingml/2006/main">
            <a:off x="805815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21" name="dt3">
            <a:extLst xmlns:a="http://schemas.openxmlformats.org/drawingml/2006/main">
              <a:ext uri="{FF2B5EF4-FFF2-40B4-BE49-F238E27FC236}">
                <a16:creationId xmlns:a16="http://schemas.microsoft.com/office/drawing/2014/main" id="{1ACB32CD-1477-47E8-928D-05A0EA5901CC}"/>
              </a:ext>
            </a:extLst>
          </p:cNvPr>
          <p:cNvSpPr>
            <a:spLocks xmlns:a="http://schemas.openxmlformats.org/drawingml/2006/main" noGrp="1"/>
          </p:cNvSpPr>
          <p:nvPr/>
        </p:nvSpPr>
        <p:spPr>
          <a:xfrm xmlns:a="http://schemas.openxmlformats.org/drawingml/2006/main">
            <a:off x="821055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FHSS Engine</a:t>
            </a:r>
          </a:p>
        </p:txBody>
      </p:sp>
      <p:sp>
        <p:nvSpPr>
          <p:cNvPr id="22" name="db3">
            <a:extLst xmlns:a="http://schemas.openxmlformats.org/drawingml/2006/main">
              <a:ext uri="{FF2B5EF4-FFF2-40B4-BE49-F238E27FC236}">
                <a16:creationId xmlns:a16="http://schemas.microsoft.com/office/drawing/2014/main" id="{56C42E67-CC19-45C2-B3EE-A954845AB204}"/>
              </a:ext>
            </a:extLst>
          </p:cNvPr>
          <p:cNvSpPr>
            <a:spLocks xmlns:a="http://schemas.openxmlformats.org/drawingml/2006/main" noGrp="1"/>
          </p:cNvSpPr>
          <p:nvPr/>
        </p:nvSpPr>
        <p:spPr>
          <a:xfrm xmlns:a="http://schemas.openxmlformats.org/drawingml/2006/main">
            <a:off x="821055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hrtimer · worker</a:t>
            </a:r>
          </a:p>
          <a:p xmlns:a="http://schemas.openxmlformats.org/drawingml/2006/main">
            <a:pPr algn="ctr">
              <a:defRPr sz="1200" b="0">
                <a:solidFill>
                  <a:srgbClr val="6F6A65"/>
                </a:solidFill>
              </a:defRPr>
            </a:pPr>
            <a:r>
              <a:rPr sz="1200" b="0">
                <a:solidFill>
                  <a:srgbClr val="6F6A65"/>
                </a:solidFill>
              </a:rPr>
              <a:t>SYNC · tx_lock</a:t>
            </a:r>
          </a:p>
        </p:txBody>
      </p:sp>
      <p:sp>
        <p:nvSpPr>
          <p:cNvPr id="23" name="da3l">
            <a:extLst xmlns:a="http://schemas.openxmlformats.org/drawingml/2006/main">
              <a:ext uri="{FF2B5EF4-FFF2-40B4-BE49-F238E27FC236}">
                <a16:creationId xmlns:a16="http://schemas.microsoft.com/office/drawing/2014/main" id="{19F7AADD-6AD4-4617-97D3-2F9D6B84A987}"/>
              </a:ext>
            </a:extLst>
          </p:cNvPr>
          <p:cNvSpPr>
            <a:spLocks xmlns:a="http://schemas.openxmlformats.org/drawingml/2006/main" noGrp="1"/>
          </p:cNvSpPr>
          <p:nvPr/>
        </p:nvSpPr>
        <p:spPr>
          <a:xfrm xmlns:a="http://schemas.openxmlformats.org/drawingml/2006/main">
            <a:off x="10067925" y="309562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da3h">
            <a:extLst xmlns:a="http://schemas.openxmlformats.org/drawingml/2006/main">
              <a:ext uri="{FF2B5EF4-FFF2-40B4-BE49-F238E27FC236}">
                <a16:creationId xmlns:a16="http://schemas.microsoft.com/office/drawing/2014/main" id="{3B878B72-2F1C-42D5-AE5B-D4D5F243A83D}"/>
              </a:ext>
            </a:extLst>
          </p:cNvPr>
          <p:cNvSpPr>
            <a:spLocks xmlns:a="http://schemas.openxmlformats.org/drawingml/2006/main" noGrp="1"/>
          </p:cNvSpPr>
          <p:nvPr/>
        </p:nvSpPr>
        <p:spPr>
          <a:xfrm xmlns:a="http://schemas.openxmlformats.org/drawingml/2006/main">
            <a:off x="10258425" y="3019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d4">
            <a:extLst xmlns:a="http://schemas.openxmlformats.org/drawingml/2006/main">
              <a:ext uri="{FF2B5EF4-FFF2-40B4-BE49-F238E27FC236}">
                <a16:creationId xmlns:a16="http://schemas.microsoft.com/office/drawing/2014/main" id="{ADB53B3C-12A2-4A20-94AB-9DFAFD0275A3}"/>
              </a:ext>
            </a:extLst>
          </p:cNvPr>
          <p:cNvSpPr>
            <a:spLocks xmlns:a="http://schemas.openxmlformats.org/drawingml/2006/main" noGrp="1"/>
          </p:cNvSpPr>
          <p:nvPr/>
        </p:nvSpPr>
        <p:spPr>
          <a:xfrm xmlns:a="http://schemas.openxmlformats.org/drawingml/2006/main">
            <a:off x="10439400" y="2133600"/>
            <a:ext cx="1981200" cy="19526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26" name="dt4">
            <a:extLst xmlns:a="http://schemas.openxmlformats.org/drawingml/2006/main">
              <a:ext uri="{FF2B5EF4-FFF2-40B4-BE49-F238E27FC236}">
                <a16:creationId xmlns:a16="http://schemas.microsoft.com/office/drawing/2014/main" id="{3B5D385D-0250-4472-A537-8B4F2EC749A0}"/>
              </a:ext>
            </a:extLst>
          </p:cNvPr>
          <p:cNvSpPr>
            <a:spLocks xmlns:a="http://schemas.openxmlformats.org/drawingml/2006/main" noGrp="1"/>
          </p:cNvSpPr>
          <p:nvPr/>
        </p:nvSpPr>
        <p:spPr>
          <a:xfrm xmlns:a="http://schemas.openxmlformats.org/drawingml/2006/main">
            <a:off x="10591800" y="2343150"/>
            <a:ext cx="1676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CC1101</a:t>
            </a:r>
          </a:p>
        </p:txBody>
      </p:sp>
      <p:sp>
        <p:nvSpPr>
          <p:cNvPr id="27" name="db4">
            <a:extLst xmlns:a="http://schemas.openxmlformats.org/drawingml/2006/main">
              <a:ext uri="{FF2B5EF4-FFF2-40B4-BE49-F238E27FC236}">
                <a16:creationId xmlns:a16="http://schemas.microsoft.com/office/drawing/2014/main" id="{4C940484-B564-4DDA-898C-C2C0912E0FF7}"/>
              </a:ext>
            </a:extLst>
          </p:cNvPr>
          <p:cNvSpPr>
            <a:spLocks xmlns:a="http://schemas.openxmlformats.org/drawingml/2006/main" noGrp="1"/>
          </p:cNvSpPr>
          <p:nvPr/>
        </p:nvSpPr>
        <p:spPr>
          <a:xfrm xmlns:a="http://schemas.openxmlformats.org/drawingml/2006/main">
            <a:off x="10591800" y="3114675"/>
            <a:ext cx="1676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GDO0/GDO2</a:t>
            </a:r>
          </a:p>
          <a:p xmlns:a="http://schemas.openxmlformats.org/drawingml/2006/main">
            <a:pPr algn="ctr">
              <a:defRPr sz="1200" b="0">
                <a:solidFill>
                  <a:srgbClr val="6F6A65"/>
                </a:solidFill>
              </a:defRPr>
            </a:pPr>
            <a:r>
              <a:rPr sz="1200" b="0">
                <a:solidFill>
                  <a:srgbClr val="6F6A65"/>
                </a:solidFill>
              </a:rPr>
              <a:t>Sub-1GHz RF</a:t>
            </a:r>
          </a:p>
        </p:txBody>
      </p:sp>
      <p:sp>
        <p:nvSpPr>
          <p:cNvPr id="28" name="yocto-h">
            <a:extLst xmlns:a="http://schemas.openxmlformats.org/drawingml/2006/main">
              <a:ext uri="{FF2B5EF4-FFF2-40B4-BE49-F238E27FC236}">
                <a16:creationId xmlns:a16="http://schemas.microsoft.com/office/drawing/2014/main" id="{CC80DAEA-8BA4-47D4-BDF4-ECE487501B2A}"/>
              </a:ext>
            </a:extLst>
          </p:cNvPr>
          <p:cNvSpPr>
            <a:spLocks xmlns:a="http://schemas.openxmlformats.org/drawingml/2006/main" noGrp="1"/>
          </p:cNvSpPr>
          <p:nvPr/>
        </p:nvSpPr>
        <p:spPr>
          <a:xfrm xmlns:a="http://schemas.openxmlformats.org/drawingml/2006/main">
            <a:off x="914400" y="476250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Yocto 이미지에 재현 가능한 형태로 포함</a:t>
            </a:r>
          </a:p>
        </p:txBody>
      </p:sp>
      <p:sp>
        <p:nvSpPr>
          <p:cNvPr id="29" name="chip0b">
            <a:extLst xmlns:a="http://schemas.openxmlformats.org/drawingml/2006/main">
              <a:ext uri="{FF2B5EF4-FFF2-40B4-BE49-F238E27FC236}">
                <a16:creationId xmlns:a16="http://schemas.microsoft.com/office/drawing/2014/main" id="{EAA88AA2-0C76-41E5-834D-A03F0398856E}"/>
              </a:ext>
            </a:extLst>
          </p:cNvPr>
          <p:cNvSpPr>
            <a:spLocks xmlns:a="http://schemas.openxmlformats.org/drawingml/2006/main" noGrp="1"/>
          </p:cNvSpPr>
          <p:nvPr/>
        </p:nvSpPr>
        <p:spPr>
          <a:xfrm xmlns:a="http://schemas.openxmlformats.org/drawingml/2006/main">
            <a:off x="91440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84308"/>
            </a:solidFill>
            <a:prstDash val="solid"/>
          </a:ln>
        </p:spPr>
      </p:sp>
      <p:sp>
        <p:nvSpPr>
          <p:cNvPr id="30" name="chip0t">
            <a:extLst xmlns:a="http://schemas.openxmlformats.org/drawingml/2006/main">
              <a:ext uri="{FF2B5EF4-FFF2-40B4-BE49-F238E27FC236}">
                <a16:creationId xmlns:a16="http://schemas.microsoft.com/office/drawing/2014/main" id="{076A535F-CD24-4169-A6DC-F5CA3B98A612}"/>
              </a:ext>
            </a:extLst>
          </p:cNvPr>
          <p:cNvSpPr>
            <a:spLocks xmlns:a="http://schemas.openxmlformats.org/drawingml/2006/main" noGrp="1"/>
          </p:cNvSpPr>
          <p:nvPr/>
        </p:nvSpPr>
        <p:spPr>
          <a:xfrm xmlns:a="http://schemas.openxmlformats.org/drawingml/2006/main">
            <a:off x="91440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C84308"/>
                </a:solidFill>
              </a:defRPr>
            </a:pPr>
            <a:r>
              <a:rPr sz="1125" b="1">
                <a:solidFill>
                  <a:srgbClr val="C84308"/>
                </a:solidFill>
              </a:rPr>
              <a:t>커널 모듈 recipe</a:t>
            </a:r>
          </a:p>
        </p:txBody>
      </p:sp>
      <p:sp>
        <p:nvSpPr>
          <p:cNvPr id="31" name="chip1b">
            <a:extLst xmlns:a="http://schemas.openxmlformats.org/drawingml/2006/main">
              <a:ext uri="{FF2B5EF4-FFF2-40B4-BE49-F238E27FC236}">
                <a16:creationId xmlns:a16="http://schemas.microsoft.com/office/drawing/2014/main" id="{62BBF43D-3655-42F1-A1B2-FFDC1F67A97A}"/>
              </a:ext>
            </a:extLst>
          </p:cNvPr>
          <p:cNvSpPr>
            <a:spLocks xmlns:a="http://schemas.openxmlformats.org/drawingml/2006/main" noGrp="1"/>
          </p:cNvSpPr>
          <p:nvPr/>
        </p:nvSpPr>
        <p:spPr>
          <a:xfrm xmlns:a="http://schemas.openxmlformats.org/drawingml/2006/main">
            <a:off x="367665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F6A65"/>
            </a:solidFill>
            <a:prstDash val="solid"/>
          </a:ln>
        </p:spPr>
      </p:sp>
      <p:sp>
        <p:nvSpPr>
          <p:cNvPr id="32" name="chip1t">
            <a:extLst xmlns:a="http://schemas.openxmlformats.org/drawingml/2006/main">
              <a:ext uri="{FF2B5EF4-FFF2-40B4-BE49-F238E27FC236}">
                <a16:creationId xmlns:a16="http://schemas.microsoft.com/office/drawing/2014/main" id="{3FD8D268-EC6C-4349-ABB8-01F1A4FDDF89}"/>
              </a:ext>
            </a:extLst>
          </p:cNvPr>
          <p:cNvSpPr>
            <a:spLocks xmlns:a="http://schemas.openxmlformats.org/drawingml/2006/main" noGrp="1"/>
          </p:cNvSpPr>
          <p:nvPr/>
        </p:nvSpPr>
        <p:spPr>
          <a:xfrm xmlns:a="http://schemas.openxmlformats.org/drawingml/2006/main">
            <a:off x="367665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F6A65"/>
                </a:solidFill>
              </a:defRPr>
            </a:pPr>
            <a:r>
              <a:rPr sz="1125" b="1">
                <a:solidFill>
                  <a:srgbClr val="6F6A65"/>
                </a:solidFill>
              </a:rPr>
              <a:t>Device Tree overlay</a:t>
            </a:r>
          </a:p>
        </p:txBody>
      </p:sp>
      <p:sp>
        <p:nvSpPr>
          <p:cNvPr id="33" name="chip2b">
            <a:extLst xmlns:a="http://schemas.openxmlformats.org/drawingml/2006/main">
              <a:ext uri="{FF2B5EF4-FFF2-40B4-BE49-F238E27FC236}">
                <a16:creationId xmlns:a16="http://schemas.microsoft.com/office/drawing/2014/main" id="{DC28132E-B44E-43E8-9172-5EF83EA4E916}"/>
              </a:ext>
            </a:extLst>
          </p:cNvPr>
          <p:cNvSpPr>
            <a:spLocks xmlns:a="http://schemas.openxmlformats.org/drawingml/2006/main" noGrp="1"/>
          </p:cNvSpPr>
          <p:nvPr/>
        </p:nvSpPr>
        <p:spPr>
          <a:xfrm xmlns:a="http://schemas.openxmlformats.org/drawingml/2006/main">
            <a:off x="643890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F6A65"/>
            </a:solidFill>
            <a:prstDash val="solid"/>
          </a:ln>
        </p:spPr>
      </p:sp>
      <p:sp>
        <p:nvSpPr>
          <p:cNvPr id="34" name="chip2t">
            <a:extLst xmlns:a="http://schemas.openxmlformats.org/drawingml/2006/main">
              <a:ext uri="{FF2B5EF4-FFF2-40B4-BE49-F238E27FC236}">
                <a16:creationId xmlns:a16="http://schemas.microsoft.com/office/drawing/2014/main" id="{AB282DA5-358D-4A6B-AA50-AF7123355E9B}"/>
              </a:ext>
            </a:extLst>
          </p:cNvPr>
          <p:cNvSpPr>
            <a:spLocks xmlns:a="http://schemas.openxmlformats.org/drawingml/2006/main" noGrp="1"/>
          </p:cNvSpPr>
          <p:nvPr/>
        </p:nvSpPr>
        <p:spPr>
          <a:xfrm xmlns:a="http://schemas.openxmlformats.org/drawingml/2006/main">
            <a:off x="643890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F6A65"/>
                </a:solidFill>
              </a:defRPr>
            </a:pPr>
            <a:r>
              <a:rPr sz="1125" b="1">
                <a:solidFill>
                  <a:srgbClr val="6F6A65"/>
                </a:solidFill>
              </a:rPr>
              <a:t>cc1101-test</a:t>
            </a:r>
          </a:p>
        </p:txBody>
      </p:sp>
      <p:sp>
        <p:nvSpPr>
          <p:cNvPr id="35" name="chip3b">
            <a:extLst xmlns:a="http://schemas.openxmlformats.org/drawingml/2006/main">
              <a:ext uri="{FF2B5EF4-FFF2-40B4-BE49-F238E27FC236}">
                <a16:creationId xmlns:a16="http://schemas.microsoft.com/office/drawing/2014/main" id="{3C6A88C3-69FF-4E9E-A3A2-50CEC70DD508}"/>
              </a:ext>
            </a:extLst>
          </p:cNvPr>
          <p:cNvSpPr>
            <a:spLocks xmlns:a="http://schemas.openxmlformats.org/drawingml/2006/main" noGrp="1"/>
          </p:cNvSpPr>
          <p:nvPr/>
        </p:nvSpPr>
        <p:spPr>
          <a:xfrm xmlns:a="http://schemas.openxmlformats.org/drawingml/2006/main">
            <a:off x="9201150" y="5391150"/>
            <a:ext cx="238125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6F6A65"/>
            </a:solidFill>
            <a:prstDash val="solid"/>
          </a:ln>
        </p:spPr>
      </p:sp>
      <p:sp>
        <p:nvSpPr>
          <p:cNvPr id="36" name="chip3t">
            <a:extLst xmlns:a="http://schemas.openxmlformats.org/drawingml/2006/main">
              <a:ext uri="{FF2B5EF4-FFF2-40B4-BE49-F238E27FC236}">
                <a16:creationId xmlns:a16="http://schemas.microsoft.com/office/drawing/2014/main" id="{A449B7B0-492D-4DD7-9B88-99987964265D}"/>
              </a:ext>
            </a:extLst>
          </p:cNvPr>
          <p:cNvSpPr>
            <a:spLocks xmlns:a="http://schemas.openxmlformats.org/drawingml/2006/main" noGrp="1"/>
          </p:cNvSpPr>
          <p:nvPr/>
        </p:nvSpPr>
        <p:spPr>
          <a:xfrm xmlns:a="http://schemas.openxmlformats.org/drawingml/2006/main">
            <a:off x="9201150" y="53911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6F6A65"/>
                </a:solidFill>
              </a:defRPr>
            </a:pPr>
            <a:r>
              <a:rPr sz="1125" b="1">
                <a:solidFill>
                  <a:srgbClr val="6F6A65"/>
                </a:solidFill>
              </a:rPr>
              <a:t>USB HID gadget</a:t>
            </a:r>
          </a:p>
        </p:txBody>
      </p:sp>
      <p:sp>
        <p:nvSpPr>
          <p:cNvPr id="37" name="fix">
            <a:extLst xmlns:a="http://schemas.openxmlformats.org/drawingml/2006/main">
              <a:ext uri="{FF2B5EF4-FFF2-40B4-BE49-F238E27FC236}">
                <a16:creationId xmlns:a16="http://schemas.microsoft.com/office/drawing/2014/main" id="{45219375-46EB-48E3-AECA-E873215CCC9A}"/>
              </a:ext>
            </a:extLst>
          </p:cNvPr>
          <p:cNvSpPr>
            <a:spLocks xmlns:a="http://schemas.openxmlformats.org/drawingml/2006/main" noGrp="1"/>
          </p:cNvSpPr>
          <p:nvPr/>
        </p:nvSpPr>
        <p:spPr>
          <a:xfrm xmlns:a="http://schemas.openxmlformats.org/drawingml/2006/main">
            <a:off x="914400" y="6229350"/>
            <a:ext cx="11887200" cy="61912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8" name="fix-t">
            <a:extLst xmlns:a="http://schemas.openxmlformats.org/drawingml/2006/main">
              <a:ext uri="{FF2B5EF4-FFF2-40B4-BE49-F238E27FC236}">
                <a16:creationId xmlns:a16="http://schemas.microsoft.com/office/drawing/2014/main" id="{A8B870B8-1593-432A-BBCE-1AAF1C5C6DD2}"/>
              </a:ext>
            </a:extLst>
          </p:cNvPr>
          <p:cNvSpPr>
            <a:spLocks xmlns:a="http://schemas.openxmlformats.org/drawingml/2006/main" noGrp="1"/>
          </p:cNvSpPr>
          <p:nvPr/>
        </p:nvSpPr>
        <p:spPr>
          <a:xfrm xmlns:a="http://schemas.openxmlformats.org/drawingml/2006/main">
            <a:off x="1143000" y="6229350"/>
            <a:ext cx="1143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C84308"/>
                </a:solidFill>
              </a:defRPr>
            </a:pPr>
            <a:r>
              <a:rPr sz="1425" b="1">
                <a:solidFill>
                  <a:srgbClr val="C84308"/>
                </a:solidFill>
              </a:rPr>
              <a:t>안정성 보강  |  RX overflow 자동 복구 · DATA/SYNC 송신 직렬화 · Linux 5.15.92 대상 빌드</a:t>
            </a:r>
          </a:p>
        </p:txBody>
      </p:sp>
    </p:spTree>
    <p:extLst>
      <p:ext uri="{BB962C8B-B14F-4D97-AF65-F5344CB8AC3E}">
        <p14:creationId xmlns:p14="http://schemas.microsoft.com/office/powerpoint/2010/main" val="4118547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eyebrow">
            <a:extLst xmlns:a="http://schemas.openxmlformats.org/drawingml/2006/main">
              <a:ext uri="{FF2B5EF4-FFF2-40B4-BE49-F238E27FC236}">
                <a16:creationId xmlns:a16="http://schemas.microsoft.com/office/drawing/2014/main" id="{2E31A87C-4081-415C-B5B6-67C164EA6180}"/>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04 · GATEWAY + QT</a:t>
            </a:r>
          </a:p>
        </p:txBody>
      </p:sp>
      <p:sp>
        <p:nvSpPr>
          <p:cNvPr id="2" name="title">
            <a:extLst xmlns:a="http://schemas.openxmlformats.org/drawingml/2006/main">
              <a:ext uri="{FF2B5EF4-FFF2-40B4-BE49-F238E27FC236}">
                <a16:creationId xmlns:a16="http://schemas.microsoft.com/office/drawing/2014/main" id="{599DF6F5-B538-4F1D-B080-A292E8C016D8}"/>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OTA를 사용자 작업과 재전송 상태 기계로 분리</a:t>
            </a:r>
          </a:p>
        </p:txBody>
      </p:sp>
      <p:sp>
        <p:nvSpPr>
          <p:cNvPr id="3" name="footer">
            <a:extLst xmlns:a="http://schemas.openxmlformats.org/drawingml/2006/main">
              <a:ext uri="{FF2B5EF4-FFF2-40B4-BE49-F238E27FC236}">
                <a16:creationId xmlns:a16="http://schemas.microsoft.com/office/drawing/2014/main" id="{49365D04-D680-4D55-8D78-ABCEA04754E8}"/>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018235EE-F546-423C-A256-2BB940BEFF64}"/>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05</a:t>
            </a:r>
          </a:p>
        </p:txBody>
      </p:sp>
      <p:sp>
        <p:nvSpPr>
          <p:cNvPr id="5" name="ui-h">
            <a:extLst xmlns:a="http://schemas.openxmlformats.org/drawingml/2006/main">
              <a:ext uri="{FF2B5EF4-FFF2-40B4-BE49-F238E27FC236}">
                <a16:creationId xmlns:a16="http://schemas.microsoft.com/office/drawing/2014/main" id="{13B50564-DFE8-4208-9863-B69517A6FA0A}"/>
              </a:ext>
            </a:extLst>
          </p:cNvPr>
          <p:cNvSpPr>
            <a:spLocks xmlns:a="http://schemas.openxmlformats.org/drawingml/2006/main" noGrp="1"/>
          </p:cNvSpPr>
          <p:nvPr/>
        </p:nvSpPr>
        <p:spPr>
          <a:xfrm xmlns:a="http://schemas.openxmlformats.org/drawingml/2006/main">
            <a:off x="914400" y="21336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Qt 사용자 화면</a:t>
            </a:r>
          </a:p>
        </p:txBody>
      </p:sp>
      <p:sp>
        <p:nvSpPr>
          <p:cNvPr id="6" name="ui">
            <a:extLst xmlns:a="http://schemas.openxmlformats.org/drawingml/2006/main">
              <a:ext uri="{FF2B5EF4-FFF2-40B4-BE49-F238E27FC236}">
                <a16:creationId xmlns:a16="http://schemas.microsoft.com/office/drawing/2014/main" id="{108C00FA-D4BC-4331-A1FB-F456310A4ABC}"/>
              </a:ext>
            </a:extLst>
          </p:cNvPr>
          <p:cNvSpPr>
            <a:spLocks xmlns:a="http://schemas.openxmlformats.org/drawingml/2006/main" noGrp="1"/>
          </p:cNvSpPr>
          <p:nvPr/>
        </p:nvSpPr>
        <p:spPr>
          <a:xfrm xmlns:a="http://schemas.openxmlformats.org/drawingml/2006/main">
            <a:off x="914400" y="2686050"/>
            <a:ext cx="3143250" cy="2781300"/>
          </a:xfrm>
          <a:prstGeom xmlns:a="http://schemas.openxmlformats.org/drawingml/2006/main" prst="rect">
            <a:avLst/>
          </a:prstGeom>
          <a:solidFill xmlns:a="http://schemas.openxmlformats.org/drawingml/2006/main">
            <a:srgbClr val="FBF2ED"/>
          </a:solidFill>
          <a:ln xmlns:a="http://schemas.openxmlformats.org/drawingml/2006/main" w="14288">
            <a:solidFill>
              <a:srgbClr val="C84308"/>
            </a:solidFill>
            <a:prstDash val="solid"/>
          </a:ln>
        </p:spPr>
      </p:sp>
      <p:sp>
        <p:nvSpPr>
          <p:cNvPr id="7" name="ui1">
            <a:extLst xmlns:a="http://schemas.openxmlformats.org/drawingml/2006/main">
              <a:ext uri="{FF2B5EF4-FFF2-40B4-BE49-F238E27FC236}">
                <a16:creationId xmlns:a16="http://schemas.microsoft.com/office/drawing/2014/main" id="{069BB4E7-A926-4FAA-B806-44DB8EE5F0E8}"/>
              </a:ext>
            </a:extLst>
          </p:cNvPr>
          <p:cNvSpPr>
            <a:spLocks xmlns:a="http://schemas.openxmlformats.org/drawingml/2006/main" noGrp="1"/>
          </p:cNvSpPr>
          <p:nvPr/>
        </p:nvSpPr>
        <p:spPr>
          <a:xfrm xmlns:a="http://schemas.openxmlformats.org/drawingml/2006/main">
            <a:off x="1200150" y="29051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BIN 파일 선택</a:t>
            </a:r>
          </a:p>
        </p:txBody>
      </p:sp>
      <p:sp>
        <p:nvSpPr>
          <p:cNvPr id="8" name="ui2">
            <a:extLst xmlns:a="http://schemas.openxmlformats.org/drawingml/2006/main">
              <a:ext uri="{FF2B5EF4-FFF2-40B4-BE49-F238E27FC236}">
                <a16:creationId xmlns:a16="http://schemas.microsoft.com/office/drawing/2014/main" id="{758C3B06-6B70-4C4B-9A95-4DC92638E4BC}"/>
              </a:ext>
            </a:extLst>
          </p:cNvPr>
          <p:cNvSpPr>
            <a:spLocks xmlns:a="http://schemas.openxmlformats.org/drawingml/2006/main" noGrp="1"/>
          </p:cNvSpPr>
          <p:nvPr/>
        </p:nvSpPr>
        <p:spPr>
          <a:xfrm xmlns:a="http://schemas.openxmlformats.org/drawingml/2006/main">
            <a:off x="1200150" y="35242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장치 Discovery</a:t>
            </a:r>
          </a:p>
        </p:txBody>
      </p:sp>
      <p:sp>
        <p:nvSpPr>
          <p:cNvPr id="9" name="ui3">
            <a:extLst xmlns:a="http://schemas.openxmlformats.org/drawingml/2006/main">
              <a:ext uri="{FF2B5EF4-FFF2-40B4-BE49-F238E27FC236}">
                <a16:creationId xmlns:a16="http://schemas.microsoft.com/office/drawing/2014/main" id="{50F8BB75-0343-449E-BE58-D7B7AE68BFB3}"/>
              </a:ext>
            </a:extLst>
          </p:cNvPr>
          <p:cNvSpPr>
            <a:spLocks xmlns:a="http://schemas.openxmlformats.org/drawingml/2006/main" noGrp="1"/>
          </p:cNvSpPr>
          <p:nvPr/>
        </p:nvSpPr>
        <p:spPr>
          <a:xfrm xmlns:a="http://schemas.openxmlformats.org/drawingml/2006/main">
            <a:off x="1200150" y="414337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대상 선택 · 진행률</a:t>
            </a:r>
          </a:p>
        </p:txBody>
      </p:sp>
      <p:sp>
        <p:nvSpPr>
          <p:cNvPr id="10" name="ui4">
            <a:extLst xmlns:a="http://schemas.openxmlformats.org/drawingml/2006/main">
              <a:ext uri="{FF2B5EF4-FFF2-40B4-BE49-F238E27FC236}">
                <a16:creationId xmlns:a16="http://schemas.microsoft.com/office/drawing/2014/main" id="{4BF826BE-58F2-4471-9923-E32DA0F066AA}"/>
              </a:ext>
            </a:extLst>
          </p:cNvPr>
          <p:cNvSpPr>
            <a:spLocks xmlns:a="http://schemas.openxmlformats.org/drawingml/2006/main" noGrp="1"/>
          </p:cNvSpPr>
          <p:nvPr/>
        </p:nvSpPr>
        <p:spPr>
          <a:xfrm xmlns:a="http://schemas.openxmlformats.org/drawingml/2006/main">
            <a:off x="1200150" y="47625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71412"/>
                </a:solidFill>
              </a:defRPr>
            </a:pPr>
            <a:r>
              <a:rPr sz="1425" b="1">
                <a:solidFill>
                  <a:srgbClr val="171412"/>
                </a:solidFill>
              </a:rPr>
              <a:t>성공/실패 로그</a:t>
            </a:r>
          </a:p>
        </p:txBody>
      </p:sp>
      <p:sp>
        <p:nvSpPr>
          <p:cNvPr id="11" name="fsm-h">
            <a:extLst xmlns:a="http://schemas.openxmlformats.org/drawingml/2006/main">
              <a:ext uri="{FF2B5EF4-FFF2-40B4-BE49-F238E27FC236}">
                <a16:creationId xmlns:a16="http://schemas.microsoft.com/office/drawing/2014/main" id="{1A6CCF97-1727-4884-BFD2-AF9EEA91D324}"/>
              </a:ext>
            </a:extLst>
          </p:cNvPr>
          <p:cNvSpPr>
            <a:spLocks xmlns:a="http://schemas.openxmlformats.org/drawingml/2006/main" noGrp="1"/>
          </p:cNvSpPr>
          <p:nvPr/>
        </p:nvSpPr>
        <p:spPr>
          <a:xfrm xmlns:a="http://schemas.openxmlformats.org/drawingml/2006/main">
            <a:off x="4810125" y="2133600"/>
            <a:ext cx="666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OtaSession 상태 흐름</a:t>
            </a:r>
          </a:p>
        </p:txBody>
      </p:sp>
      <p:sp>
        <p:nvSpPr>
          <p:cNvPr id="12" name="g0">
            <a:extLst xmlns:a="http://schemas.openxmlformats.org/drawingml/2006/main">
              <a:ext uri="{FF2B5EF4-FFF2-40B4-BE49-F238E27FC236}">
                <a16:creationId xmlns:a16="http://schemas.microsoft.com/office/drawing/2014/main" id="{F87F8905-ED76-46D1-8A10-400527465814}"/>
              </a:ext>
            </a:extLst>
          </p:cNvPr>
          <p:cNvSpPr>
            <a:spLocks xmlns:a="http://schemas.openxmlformats.org/drawingml/2006/main" noGrp="1"/>
          </p:cNvSpPr>
          <p:nvPr/>
        </p:nvSpPr>
        <p:spPr>
          <a:xfrm xmlns:a="http://schemas.openxmlformats.org/drawingml/2006/main">
            <a:off x="4810125" y="268605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3" name="gt0">
            <a:extLst xmlns:a="http://schemas.openxmlformats.org/drawingml/2006/main">
              <a:ext uri="{FF2B5EF4-FFF2-40B4-BE49-F238E27FC236}">
                <a16:creationId xmlns:a16="http://schemas.microsoft.com/office/drawing/2014/main" id="{6CCB028C-F28F-4E14-A002-A0CBBB2FA651}"/>
              </a:ext>
            </a:extLst>
          </p:cNvPr>
          <p:cNvSpPr>
            <a:spLocks xmlns:a="http://schemas.openxmlformats.org/drawingml/2006/main" noGrp="1"/>
          </p:cNvSpPr>
          <p:nvPr/>
        </p:nvSpPr>
        <p:spPr>
          <a:xfrm xmlns:a="http://schemas.openxmlformats.org/drawingml/2006/main">
            <a:off x="5000625" y="26860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Handshaking</a:t>
            </a:r>
          </a:p>
        </p:txBody>
      </p:sp>
      <p:sp>
        <p:nvSpPr>
          <p:cNvPr id="14" name="ga0l">
            <a:extLst xmlns:a="http://schemas.openxmlformats.org/drawingml/2006/main">
              <a:ext uri="{FF2B5EF4-FFF2-40B4-BE49-F238E27FC236}">
                <a16:creationId xmlns:a16="http://schemas.microsoft.com/office/drawing/2014/main" id="{1480E876-1731-4654-B146-0E93A029441F}"/>
              </a:ext>
            </a:extLst>
          </p:cNvPr>
          <p:cNvSpPr>
            <a:spLocks xmlns:a="http://schemas.openxmlformats.org/drawingml/2006/main" noGrp="1"/>
          </p:cNvSpPr>
          <p:nvPr/>
        </p:nvSpPr>
        <p:spPr>
          <a:xfrm xmlns:a="http://schemas.openxmlformats.org/drawingml/2006/main">
            <a:off x="8210550" y="290512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5" name="ga0h">
            <a:extLst xmlns:a="http://schemas.openxmlformats.org/drawingml/2006/main">
              <a:ext uri="{FF2B5EF4-FFF2-40B4-BE49-F238E27FC236}">
                <a16:creationId xmlns:a16="http://schemas.microsoft.com/office/drawing/2014/main" id="{ABA30342-A216-4CA8-9BBB-4020A8F324AD}"/>
              </a:ext>
            </a:extLst>
          </p:cNvPr>
          <p:cNvSpPr>
            <a:spLocks xmlns:a="http://schemas.openxmlformats.org/drawingml/2006/main" noGrp="1"/>
          </p:cNvSpPr>
          <p:nvPr/>
        </p:nvSpPr>
        <p:spPr>
          <a:xfrm xmlns:a="http://schemas.openxmlformats.org/drawingml/2006/main">
            <a:off x="8439150" y="28289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6" name="g1">
            <a:extLst xmlns:a="http://schemas.openxmlformats.org/drawingml/2006/main">
              <a:ext uri="{FF2B5EF4-FFF2-40B4-BE49-F238E27FC236}">
                <a16:creationId xmlns:a16="http://schemas.microsoft.com/office/drawing/2014/main" id="{7A31C123-2F07-4517-9B5A-182137900CF4}"/>
              </a:ext>
            </a:extLst>
          </p:cNvPr>
          <p:cNvSpPr>
            <a:spLocks xmlns:a="http://schemas.openxmlformats.org/drawingml/2006/main" noGrp="1"/>
          </p:cNvSpPr>
          <p:nvPr/>
        </p:nvSpPr>
        <p:spPr>
          <a:xfrm xmlns:a="http://schemas.openxmlformats.org/drawingml/2006/main">
            <a:off x="4810125" y="335280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7" name="gt1">
            <a:extLst xmlns:a="http://schemas.openxmlformats.org/drawingml/2006/main">
              <a:ext uri="{FF2B5EF4-FFF2-40B4-BE49-F238E27FC236}">
                <a16:creationId xmlns:a16="http://schemas.microsoft.com/office/drawing/2014/main" id="{62207CD8-B601-470C-A1A7-C13456400020}"/>
              </a:ext>
            </a:extLst>
          </p:cNvPr>
          <p:cNvSpPr>
            <a:spLocks xmlns:a="http://schemas.openxmlformats.org/drawingml/2006/main" noGrp="1"/>
          </p:cNvSpPr>
          <p:nvPr/>
        </p:nvSpPr>
        <p:spPr>
          <a:xfrm xmlns:a="http://schemas.openxmlformats.org/drawingml/2006/main">
            <a:off x="5000625" y="33528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Sending Batch</a:t>
            </a:r>
          </a:p>
        </p:txBody>
      </p:sp>
      <p:sp>
        <p:nvSpPr>
          <p:cNvPr id="18" name="ga1l">
            <a:extLst xmlns:a="http://schemas.openxmlformats.org/drawingml/2006/main">
              <a:ext uri="{FF2B5EF4-FFF2-40B4-BE49-F238E27FC236}">
                <a16:creationId xmlns:a16="http://schemas.microsoft.com/office/drawing/2014/main" id="{7AB16B41-0D3C-4386-91FE-2F1634A27F5E}"/>
              </a:ext>
            </a:extLst>
          </p:cNvPr>
          <p:cNvSpPr>
            <a:spLocks xmlns:a="http://schemas.openxmlformats.org/drawingml/2006/main" noGrp="1"/>
          </p:cNvSpPr>
          <p:nvPr/>
        </p:nvSpPr>
        <p:spPr>
          <a:xfrm xmlns:a="http://schemas.openxmlformats.org/drawingml/2006/main">
            <a:off x="8210550" y="357187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ga1h">
            <a:extLst xmlns:a="http://schemas.openxmlformats.org/drawingml/2006/main">
              <a:ext uri="{FF2B5EF4-FFF2-40B4-BE49-F238E27FC236}">
                <a16:creationId xmlns:a16="http://schemas.microsoft.com/office/drawing/2014/main" id="{F6E7EE5F-5FE2-4796-A2B3-0A35EEF3730B}"/>
              </a:ext>
            </a:extLst>
          </p:cNvPr>
          <p:cNvSpPr>
            <a:spLocks xmlns:a="http://schemas.openxmlformats.org/drawingml/2006/main" noGrp="1"/>
          </p:cNvSpPr>
          <p:nvPr/>
        </p:nvSpPr>
        <p:spPr>
          <a:xfrm xmlns:a="http://schemas.openxmlformats.org/drawingml/2006/main">
            <a:off x="8439150" y="34956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g2">
            <a:extLst xmlns:a="http://schemas.openxmlformats.org/drawingml/2006/main">
              <a:ext uri="{FF2B5EF4-FFF2-40B4-BE49-F238E27FC236}">
                <a16:creationId xmlns:a16="http://schemas.microsoft.com/office/drawing/2014/main" id="{B74E76F5-507A-4A46-96D1-C32A9116E6AA}"/>
              </a:ext>
            </a:extLst>
          </p:cNvPr>
          <p:cNvSpPr>
            <a:spLocks xmlns:a="http://schemas.openxmlformats.org/drawingml/2006/main" noGrp="1"/>
          </p:cNvSpPr>
          <p:nvPr/>
        </p:nvSpPr>
        <p:spPr>
          <a:xfrm xmlns:a="http://schemas.openxmlformats.org/drawingml/2006/main">
            <a:off x="4810125" y="401955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1" name="gt2">
            <a:extLst xmlns:a="http://schemas.openxmlformats.org/drawingml/2006/main">
              <a:ext uri="{FF2B5EF4-FFF2-40B4-BE49-F238E27FC236}">
                <a16:creationId xmlns:a16="http://schemas.microsoft.com/office/drawing/2014/main" id="{222C562C-0805-4DD4-9B02-DEED2F6B4623}"/>
              </a:ext>
            </a:extLst>
          </p:cNvPr>
          <p:cNvSpPr>
            <a:spLocks xmlns:a="http://schemas.openxmlformats.org/drawingml/2006/main" noGrp="1"/>
          </p:cNvSpPr>
          <p:nvPr/>
        </p:nvSpPr>
        <p:spPr>
          <a:xfrm xmlns:a="http://schemas.openxmlformats.org/drawingml/2006/main">
            <a:off x="5000625" y="40195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Wait ACK/NACK</a:t>
            </a:r>
          </a:p>
        </p:txBody>
      </p:sp>
      <p:sp>
        <p:nvSpPr>
          <p:cNvPr id="22" name="ga2l">
            <a:extLst xmlns:a="http://schemas.openxmlformats.org/drawingml/2006/main">
              <a:ext uri="{FF2B5EF4-FFF2-40B4-BE49-F238E27FC236}">
                <a16:creationId xmlns:a16="http://schemas.microsoft.com/office/drawing/2014/main" id="{8FDE1611-15C7-4D05-8C22-7A25991ACF8D}"/>
              </a:ext>
            </a:extLst>
          </p:cNvPr>
          <p:cNvSpPr>
            <a:spLocks xmlns:a="http://schemas.openxmlformats.org/drawingml/2006/main" noGrp="1"/>
          </p:cNvSpPr>
          <p:nvPr/>
        </p:nvSpPr>
        <p:spPr>
          <a:xfrm xmlns:a="http://schemas.openxmlformats.org/drawingml/2006/main">
            <a:off x="8210550" y="423862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3" name="ga2h">
            <a:extLst xmlns:a="http://schemas.openxmlformats.org/drawingml/2006/main">
              <a:ext uri="{FF2B5EF4-FFF2-40B4-BE49-F238E27FC236}">
                <a16:creationId xmlns:a16="http://schemas.microsoft.com/office/drawing/2014/main" id="{E9F5DBCF-7979-4C67-98CF-53071D2644B5}"/>
              </a:ext>
            </a:extLst>
          </p:cNvPr>
          <p:cNvSpPr>
            <a:spLocks xmlns:a="http://schemas.openxmlformats.org/drawingml/2006/main" noGrp="1"/>
          </p:cNvSpPr>
          <p:nvPr/>
        </p:nvSpPr>
        <p:spPr>
          <a:xfrm xmlns:a="http://schemas.openxmlformats.org/drawingml/2006/main">
            <a:off x="8439150" y="416242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4" name="g3">
            <a:extLst xmlns:a="http://schemas.openxmlformats.org/drawingml/2006/main">
              <a:ext uri="{FF2B5EF4-FFF2-40B4-BE49-F238E27FC236}">
                <a16:creationId xmlns:a16="http://schemas.microsoft.com/office/drawing/2014/main" id="{6607258E-CA36-43F7-ADCD-92BAAFC67BCE}"/>
              </a:ext>
            </a:extLst>
          </p:cNvPr>
          <p:cNvSpPr>
            <a:spLocks xmlns:a="http://schemas.openxmlformats.org/drawingml/2006/main" noGrp="1"/>
          </p:cNvSpPr>
          <p:nvPr/>
        </p:nvSpPr>
        <p:spPr>
          <a:xfrm xmlns:a="http://schemas.openxmlformats.org/drawingml/2006/main">
            <a:off x="4810125" y="4686300"/>
            <a:ext cx="3238500" cy="4572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5" name="gt3">
            <a:extLst xmlns:a="http://schemas.openxmlformats.org/drawingml/2006/main">
              <a:ext uri="{FF2B5EF4-FFF2-40B4-BE49-F238E27FC236}">
                <a16:creationId xmlns:a16="http://schemas.microsoft.com/office/drawing/2014/main" id="{51EA55C5-14ED-4E76-BD25-073F4A8CF3BA}"/>
              </a:ext>
            </a:extLst>
          </p:cNvPr>
          <p:cNvSpPr>
            <a:spLocks xmlns:a="http://schemas.openxmlformats.org/drawingml/2006/main" noGrp="1"/>
          </p:cNvSpPr>
          <p:nvPr/>
        </p:nvSpPr>
        <p:spPr>
          <a:xfrm xmlns:a="http://schemas.openxmlformats.org/drawingml/2006/main">
            <a:off x="5000625" y="46863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Selective Retry</a:t>
            </a:r>
          </a:p>
        </p:txBody>
      </p:sp>
      <p:sp>
        <p:nvSpPr>
          <p:cNvPr id="26" name="ga3l">
            <a:extLst xmlns:a="http://schemas.openxmlformats.org/drawingml/2006/main">
              <a:ext uri="{FF2B5EF4-FFF2-40B4-BE49-F238E27FC236}">
                <a16:creationId xmlns:a16="http://schemas.microsoft.com/office/drawing/2014/main" id="{132F7653-E867-41F3-B604-62826F584C45}"/>
              </a:ext>
            </a:extLst>
          </p:cNvPr>
          <p:cNvSpPr>
            <a:spLocks xmlns:a="http://schemas.openxmlformats.org/drawingml/2006/main" noGrp="1"/>
          </p:cNvSpPr>
          <p:nvPr/>
        </p:nvSpPr>
        <p:spPr>
          <a:xfrm xmlns:a="http://schemas.openxmlformats.org/drawingml/2006/main">
            <a:off x="8210550" y="4905375"/>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7" name="ga3h">
            <a:extLst xmlns:a="http://schemas.openxmlformats.org/drawingml/2006/main">
              <a:ext uri="{FF2B5EF4-FFF2-40B4-BE49-F238E27FC236}">
                <a16:creationId xmlns:a16="http://schemas.microsoft.com/office/drawing/2014/main" id="{CB52B146-FF2C-4F7D-8806-A7287AD5F0E3}"/>
              </a:ext>
            </a:extLst>
          </p:cNvPr>
          <p:cNvSpPr>
            <a:spLocks xmlns:a="http://schemas.openxmlformats.org/drawingml/2006/main" noGrp="1"/>
          </p:cNvSpPr>
          <p:nvPr/>
        </p:nvSpPr>
        <p:spPr>
          <a:xfrm xmlns:a="http://schemas.openxmlformats.org/drawingml/2006/main">
            <a:off x="8439150" y="48291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8" name="g4">
            <a:extLst xmlns:a="http://schemas.openxmlformats.org/drawingml/2006/main">
              <a:ext uri="{FF2B5EF4-FFF2-40B4-BE49-F238E27FC236}">
                <a16:creationId xmlns:a16="http://schemas.microsoft.com/office/drawing/2014/main" id="{4A621D9A-6516-49EA-923D-B8674BDF77BD}"/>
              </a:ext>
            </a:extLst>
          </p:cNvPr>
          <p:cNvSpPr>
            <a:spLocks xmlns:a="http://schemas.openxmlformats.org/drawingml/2006/main" noGrp="1"/>
          </p:cNvSpPr>
          <p:nvPr/>
        </p:nvSpPr>
        <p:spPr>
          <a:xfrm xmlns:a="http://schemas.openxmlformats.org/drawingml/2006/main">
            <a:off x="4810125" y="5353050"/>
            <a:ext cx="3238500" cy="457200"/>
          </a:xfrm>
          <a:prstGeom xmlns:a="http://schemas.openxmlformats.org/drawingml/2006/main" prst="rect">
            <a:avLst/>
          </a:prstGeom>
          <a:solidFill xmlns:a="http://schemas.openxmlformats.org/drawingml/2006/main">
            <a:srgbClr val="EEF7F2"/>
          </a:solidFill>
          <a:ln xmlns:a="http://schemas.openxmlformats.org/drawingml/2006/main" w="11430">
            <a:solidFill>
              <a:srgbClr val="237A57"/>
            </a:solidFill>
            <a:prstDash val="solid"/>
          </a:ln>
        </p:spPr>
      </p:sp>
      <p:sp>
        <p:nvSpPr>
          <p:cNvPr id="29" name="gt4">
            <a:extLst xmlns:a="http://schemas.openxmlformats.org/drawingml/2006/main">
              <a:ext uri="{FF2B5EF4-FFF2-40B4-BE49-F238E27FC236}">
                <a16:creationId xmlns:a16="http://schemas.microsoft.com/office/drawing/2014/main" id="{6A86C611-B0D6-4102-AB4A-81110BB3D75E}"/>
              </a:ext>
            </a:extLst>
          </p:cNvPr>
          <p:cNvSpPr>
            <a:spLocks xmlns:a="http://schemas.openxmlformats.org/drawingml/2006/main" noGrp="1"/>
          </p:cNvSpPr>
          <p:nvPr/>
        </p:nvSpPr>
        <p:spPr>
          <a:xfrm xmlns:a="http://schemas.openxmlformats.org/drawingml/2006/main">
            <a:off x="5000625" y="53530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237A57"/>
                </a:solidFill>
              </a:defRPr>
            </a:pPr>
            <a:r>
              <a:rPr sz="1350" b="1">
                <a:solidFill>
                  <a:srgbClr val="237A57"/>
                </a:solidFill>
              </a:rPr>
              <a:t>Verify / Done</a:t>
            </a:r>
          </a:p>
        </p:txBody>
      </p:sp>
      <p:sp>
        <p:nvSpPr>
          <p:cNvPr id="30" name="proto">
            <a:extLst xmlns:a="http://schemas.openxmlformats.org/drawingml/2006/main">
              <a:ext uri="{FF2B5EF4-FFF2-40B4-BE49-F238E27FC236}">
                <a16:creationId xmlns:a16="http://schemas.microsoft.com/office/drawing/2014/main" id="{3179425D-648B-45BD-B3EA-BA4C74D8116A}"/>
              </a:ext>
            </a:extLst>
          </p:cNvPr>
          <p:cNvSpPr>
            <a:spLocks xmlns:a="http://schemas.openxmlformats.org/drawingml/2006/main" noGrp="1"/>
          </p:cNvSpPr>
          <p:nvPr/>
        </p:nvSpPr>
        <p:spPr>
          <a:xfrm xmlns:a="http://schemas.openxmlformats.org/drawingml/2006/main">
            <a:off x="8858250" y="271462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C84308"/>
                </a:solidFill>
              </a:defRPr>
            </a:pPr>
            <a:r>
              <a:rPr sz="1650" b="1">
                <a:solidFill>
                  <a:srgbClr val="C84308"/>
                </a:solidFill>
              </a:rPr>
              <a:t>START → DATA(seq) → END</a:t>
            </a:r>
          </a:p>
        </p:txBody>
      </p:sp>
      <p:sp>
        <p:nvSpPr>
          <p:cNvPr id="31" name="retry">
            <a:extLst xmlns:a="http://schemas.openxmlformats.org/drawingml/2006/main">
              <a:ext uri="{FF2B5EF4-FFF2-40B4-BE49-F238E27FC236}">
                <a16:creationId xmlns:a16="http://schemas.microsoft.com/office/drawing/2014/main" id="{11C2EE30-6B1A-4681-8163-3B5C940CF16B}"/>
              </a:ext>
            </a:extLst>
          </p:cNvPr>
          <p:cNvSpPr>
            <a:spLocks xmlns:a="http://schemas.openxmlformats.org/drawingml/2006/main" noGrp="1"/>
          </p:cNvSpPr>
          <p:nvPr/>
        </p:nvSpPr>
        <p:spPr>
          <a:xfrm xmlns:a="http://schemas.openxmlformats.org/drawingml/2006/main">
            <a:off x="8858250" y="3524250"/>
            <a:ext cx="314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6F6A65"/>
                </a:solidFill>
              </a:defRPr>
            </a:pPr>
            <a:r>
              <a:rPr sz="1500" b="1">
                <a:solidFill>
                  <a:srgbClr val="6F6A65"/>
                </a:solidFill>
              </a:rPr>
              <a:t>배치 ACK/NACK로</a:t>
            </a:r>
          </a:p>
          <a:p xmlns:a="http://schemas.openxmlformats.org/drawingml/2006/main">
            <a:pPr algn="ctr">
              <a:defRPr sz="1500" b="1">
                <a:solidFill>
                  <a:srgbClr val="6F6A65"/>
                </a:solidFill>
              </a:defRPr>
            </a:pPr>
            <a:r>
              <a:rPr sz="1500" b="1">
                <a:solidFill>
                  <a:srgbClr val="6F6A65"/>
                </a:solidFill>
              </a:rPr>
              <a:t>누락 seq만 재전송</a:t>
            </a:r>
          </a:p>
        </p:txBody>
      </p:sp>
      <p:sp>
        <p:nvSpPr>
          <p:cNvPr id="32" name="hash">
            <a:extLst xmlns:a="http://schemas.openxmlformats.org/drawingml/2006/main">
              <a:ext uri="{FF2B5EF4-FFF2-40B4-BE49-F238E27FC236}">
                <a16:creationId xmlns:a16="http://schemas.microsoft.com/office/drawing/2014/main" id="{F28744F0-93F1-4808-BF2F-711C6D45E02D}"/>
              </a:ext>
            </a:extLst>
          </p:cNvPr>
          <p:cNvSpPr>
            <a:spLocks xmlns:a="http://schemas.openxmlformats.org/drawingml/2006/main" noGrp="1"/>
          </p:cNvSpPr>
          <p:nvPr/>
        </p:nvSpPr>
        <p:spPr>
          <a:xfrm xmlns:a="http://schemas.openxmlformats.org/drawingml/2006/main">
            <a:off x="8858250" y="47625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파일 분할 + SHA-256</a:t>
            </a:r>
          </a:p>
        </p:txBody>
      </p:sp>
      <p:sp>
        <p:nvSpPr>
          <p:cNvPr id="33" name="status">
            <a:extLst xmlns:a="http://schemas.openxmlformats.org/drawingml/2006/main">
              <a:ext uri="{FF2B5EF4-FFF2-40B4-BE49-F238E27FC236}">
                <a16:creationId xmlns:a16="http://schemas.microsoft.com/office/drawing/2014/main" id="{C53F93A0-ED1B-495B-B1C3-49B02AE0E472}"/>
              </a:ext>
            </a:extLst>
          </p:cNvPr>
          <p:cNvSpPr>
            <a:spLocks xmlns:a="http://schemas.openxmlformats.org/drawingml/2006/main" noGrp="1"/>
          </p:cNvSpPr>
          <p:nvPr/>
        </p:nvSpPr>
        <p:spPr>
          <a:xfrm xmlns:a="http://schemas.openxmlformats.org/drawingml/2006/main">
            <a:off x="914400" y="6229350"/>
            <a:ext cx="11887200" cy="61912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4" name="status-t">
            <a:extLst xmlns:a="http://schemas.openxmlformats.org/drawingml/2006/main">
              <a:ext uri="{FF2B5EF4-FFF2-40B4-BE49-F238E27FC236}">
                <a16:creationId xmlns:a16="http://schemas.microsoft.com/office/drawing/2014/main" id="{4FDC5A58-14F5-4943-9666-D750A8050834}"/>
              </a:ext>
            </a:extLst>
          </p:cNvPr>
          <p:cNvSpPr>
            <a:spLocks xmlns:a="http://schemas.openxmlformats.org/drawingml/2006/main" noGrp="1"/>
          </p:cNvSpPr>
          <p:nvPr/>
        </p:nvSpPr>
        <p:spPr>
          <a:xfrm xmlns:a="http://schemas.openxmlformats.org/drawingml/2006/main">
            <a:off x="1143000" y="6229350"/>
            <a:ext cx="11430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C84308"/>
                </a:solidFill>
              </a:defRPr>
            </a:pPr>
            <a:r>
              <a:rPr sz="1425" b="1">
                <a:solidFill>
                  <a:srgbClr val="C84308"/>
                </a:solidFill>
              </a:rPr>
              <a:t>현재  |  고정 채널 OTA 성공 · FHSS 슬롯 경계에 맞춘 전송 속도 최적화 진행</a:t>
            </a:r>
          </a:p>
        </p:txBody>
      </p:sp>
    </p:spTree>
    <p:extLst>
      <p:ext uri="{BB962C8B-B14F-4D97-AF65-F5344CB8AC3E}">
        <p14:creationId xmlns:p14="http://schemas.microsoft.com/office/powerpoint/2010/main" val="15432527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eyebrow">
            <a:extLst xmlns:a="http://schemas.openxmlformats.org/drawingml/2006/main">
              <a:ext uri="{FF2B5EF4-FFF2-40B4-BE49-F238E27FC236}">
                <a16:creationId xmlns:a16="http://schemas.microsoft.com/office/drawing/2014/main" id="{2E61D922-E1D9-4B58-84D3-A9DCA87110A2}"/>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05 · COMMON PROTOCOL</a:t>
            </a:r>
          </a:p>
        </p:txBody>
      </p:sp>
      <p:sp>
        <p:nvSpPr>
          <p:cNvPr id="2" name="title">
            <a:extLst xmlns:a="http://schemas.openxmlformats.org/drawingml/2006/main">
              <a:ext uri="{FF2B5EF4-FFF2-40B4-BE49-F238E27FC236}">
                <a16:creationId xmlns:a16="http://schemas.microsoft.com/office/drawing/2014/main" id="{3E3E9216-C8E4-4801-97E7-5AEE8FF2992D}"/>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같은 wire format이 Gateway와 ESP32의 계약</a:t>
            </a:r>
          </a:p>
        </p:txBody>
      </p:sp>
      <p:sp>
        <p:nvSpPr>
          <p:cNvPr id="3" name="footer">
            <a:extLst xmlns:a="http://schemas.openxmlformats.org/drawingml/2006/main">
              <a:ext uri="{FF2B5EF4-FFF2-40B4-BE49-F238E27FC236}">
                <a16:creationId xmlns:a16="http://schemas.microsoft.com/office/drawing/2014/main" id="{667387F3-96B5-4F76-AD4D-A598987C19C5}"/>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700B4947-D5E2-4E85-9427-FE27387C81CB}"/>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06</a:t>
            </a:r>
          </a:p>
        </p:txBody>
      </p:sp>
      <p:sp>
        <p:nvSpPr>
          <p:cNvPr id="5" name="p0">
            <a:extLst xmlns:a="http://schemas.openxmlformats.org/drawingml/2006/main">
              <a:ext uri="{FF2B5EF4-FFF2-40B4-BE49-F238E27FC236}">
                <a16:creationId xmlns:a16="http://schemas.microsoft.com/office/drawing/2014/main" id="{52D58362-1429-4289-B6B3-203650164205}"/>
              </a:ext>
            </a:extLst>
          </p:cNvPr>
          <p:cNvSpPr>
            <a:spLocks xmlns:a="http://schemas.openxmlformats.org/drawingml/2006/main" noGrp="1"/>
          </p:cNvSpPr>
          <p:nvPr/>
        </p:nvSpPr>
        <p:spPr>
          <a:xfrm xmlns:a="http://schemas.openxmlformats.org/drawingml/2006/main">
            <a:off x="914400" y="2152650"/>
            <a:ext cx="2571750" cy="17145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ph0">
            <a:extLst xmlns:a="http://schemas.openxmlformats.org/drawingml/2006/main">
              <a:ext uri="{FF2B5EF4-FFF2-40B4-BE49-F238E27FC236}">
                <a16:creationId xmlns:a16="http://schemas.microsoft.com/office/drawing/2014/main" id="{505C3088-1910-4C64-833D-7F5923FD5168}"/>
              </a:ext>
            </a:extLst>
          </p:cNvPr>
          <p:cNvSpPr>
            <a:spLocks xmlns:a="http://schemas.openxmlformats.org/drawingml/2006/main" noGrp="1"/>
          </p:cNvSpPr>
          <p:nvPr/>
        </p:nvSpPr>
        <p:spPr>
          <a:xfrm xmlns:a="http://schemas.openxmlformats.org/drawingml/2006/main">
            <a:off x="10858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탐색</a:t>
            </a:r>
          </a:p>
        </p:txBody>
      </p:sp>
      <p:sp>
        <p:nvSpPr>
          <p:cNvPr id="7" name="pb0">
            <a:extLst xmlns:a="http://schemas.openxmlformats.org/drawingml/2006/main">
              <a:ext uri="{FF2B5EF4-FFF2-40B4-BE49-F238E27FC236}">
                <a16:creationId xmlns:a16="http://schemas.microsoft.com/office/drawing/2014/main" id="{C08EF490-E23C-4160-A629-24EC7C8BCEC7}"/>
              </a:ext>
            </a:extLst>
          </p:cNvPr>
          <p:cNvSpPr>
            <a:spLocks xmlns:a="http://schemas.openxmlformats.org/drawingml/2006/main" noGrp="1"/>
          </p:cNvSpPr>
          <p:nvPr/>
        </p:nvSpPr>
        <p:spPr>
          <a:xfrm xmlns:a="http://schemas.openxmlformats.org/drawingml/2006/main">
            <a:off x="10858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DISCOVER_REQ</a:t>
            </a:r>
          </a:p>
          <a:p xmlns:a="http://schemas.openxmlformats.org/drawingml/2006/main">
            <a:pPr algn="l">
              <a:defRPr sz="1275" b="0">
                <a:solidFill>
                  <a:srgbClr val="6F6A65"/>
                </a:solidFill>
              </a:defRPr>
            </a:pPr>
            <a:r>
              <a:rPr sz="1275" b="0">
                <a:solidFill>
                  <a:srgbClr val="6F6A65"/>
                </a:solidFill>
              </a:rPr>
              <a:t>DISCOVER_RESP</a:t>
            </a:r>
          </a:p>
        </p:txBody>
      </p:sp>
      <p:sp>
        <p:nvSpPr>
          <p:cNvPr id="8" name="p1">
            <a:extLst xmlns:a="http://schemas.openxmlformats.org/drawingml/2006/main">
              <a:ext uri="{FF2B5EF4-FFF2-40B4-BE49-F238E27FC236}">
                <a16:creationId xmlns:a16="http://schemas.microsoft.com/office/drawing/2014/main" id="{FAED6492-2D82-4D8E-9599-0CC692DB66EE}"/>
              </a:ext>
            </a:extLst>
          </p:cNvPr>
          <p:cNvSpPr>
            <a:spLocks xmlns:a="http://schemas.openxmlformats.org/drawingml/2006/main" noGrp="1"/>
          </p:cNvSpPr>
          <p:nvPr/>
        </p:nvSpPr>
        <p:spPr>
          <a:xfrm xmlns:a="http://schemas.openxmlformats.org/drawingml/2006/main">
            <a:off x="3886200" y="2152650"/>
            <a:ext cx="2571750" cy="171450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9" name="ph1">
            <a:extLst xmlns:a="http://schemas.openxmlformats.org/drawingml/2006/main">
              <a:ext uri="{FF2B5EF4-FFF2-40B4-BE49-F238E27FC236}">
                <a16:creationId xmlns:a16="http://schemas.microsoft.com/office/drawing/2014/main" id="{0DBF4B49-D7FD-4763-BD39-D8E6AAA151A1}"/>
              </a:ext>
            </a:extLst>
          </p:cNvPr>
          <p:cNvSpPr>
            <a:spLocks xmlns:a="http://schemas.openxmlformats.org/drawingml/2006/main" noGrp="1"/>
          </p:cNvSpPr>
          <p:nvPr/>
        </p:nvSpPr>
        <p:spPr>
          <a:xfrm xmlns:a="http://schemas.openxmlformats.org/drawingml/2006/main">
            <a:off x="40576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OTA</a:t>
            </a:r>
          </a:p>
        </p:txBody>
      </p:sp>
      <p:sp>
        <p:nvSpPr>
          <p:cNvPr id="10" name="pb1">
            <a:extLst xmlns:a="http://schemas.openxmlformats.org/drawingml/2006/main">
              <a:ext uri="{FF2B5EF4-FFF2-40B4-BE49-F238E27FC236}">
                <a16:creationId xmlns:a16="http://schemas.microsoft.com/office/drawing/2014/main" id="{F359A81D-3F22-4FDC-B4B8-4C2C7F64DD34}"/>
              </a:ext>
            </a:extLst>
          </p:cNvPr>
          <p:cNvSpPr>
            <a:spLocks xmlns:a="http://schemas.openxmlformats.org/drawingml/2006/main" noGrp="1"/>
          </p:cNvSpPr>
          <p:nvPr/>
        </p:nvSpPr>
        <p:spPr>
          <a:xfrm xmlns:a="http://schemas.openxmlformats.org/drawingml/2006/main">
            <a:off x="40576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START · DATA</a:t>
            </a:r>
          </a:p>
          <a:p xmlns:a="http://schemas.openxmlformats.org/drawingml/2006/main">
            <a:pPr algn="l">
              <a:defRPr sz="1275" b="0">
                <a:solidFill>
                  <a:srgbClr val="6F6A65"/>
                </a:solidFill>
              </a:defRPr>
            </a:pPr>
            <a:r>
              <a:rPr sz="1275" b="0">
                <a:solidFill>
                  <a:srgbClr val="6F6A65"/>
                </a:solidFill>
              </a:rPr>
              <a:t>ACK/NACK · END</a:t>
            </a:r>
          </a:p>
        </p:txBody>
      </p:sp>
      <p:sp>
        <p:nvSpPr>
          <p:cNvPr id="11" name="p2">
            <a:extLst xmlns:a="http://schemas.openxmlformats.org/drawingml/2006/main">
              <a:ext uri="{FF2B5EF4-FFF2-40B4-BE49-F238E27FC236}">
                <a16:creationId xmlns:a16="http://schemas.microsoft.com/office/drawing/2014/main" id="{21492ED4-5718-4E23-A002-798661DE65D5}"/>
              </a:ext>
            </a:extLst>
          </p:cNvPr>
          <p:cNvSpPr>
            <a:spLocks xmlns:a="http://schemas.openxmlformats.org/drawingml/2006/main" noGrp="1"/>
          </p:cNvSpPr>
          <p:nvPr/>
        </p:nvSpPr>
        <p:spPr>
          <a:xfrm xmlns:a="http://schemas.openxmlformats.org/drawingml/2006/main">
            <a:off x="6858000" y="2152650"/>
            <a:ext cx="2571750" cy="1714500"/>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12" name="ph2">
            <a:extLst xmlns:a="http://schemas.openxmlformats.org/drawingml/2006/main">
              <a:ext uri="{FF2B5EF4-FFF2-40B4-BE49-F238E27FC236}">
                <a16:creationId xmlns:a16="http://schemas.microsoft.com/office/drawing/2014/main" id="{069BBA73-9296-4C94-9EE0-9A87B6A13151}"/>
              </a:ext>
            </a:extLst>
          </p:cNvPr>
          <p:cNvSpPr>
            <a:spLocks xmlns:a="http://schemas.openxmlformats.org/drawingml/2006/main" noGrp="1"/>
          </p:cNvSpPr>
          <p:nvPr/>
        </p:nvSpPr>
        <p:spPr>
          <a:xfrm xmlns:a="http://schemas.openxmlformats.org/drawingml/2006/main">
            <a:off x="70294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84308"/>
                </a:solidFill>
              </a:defRPr>
            </a:pPr>
            <a:r>
              <a:rPr sz="1575" b="1">
                <a:solidFill>
                  <a:srgbClr val="C84308"/>
                </a:solidFill>
              </a:rPr>
              <a:t>FHSS 제어</a:t>
            </a:r>
          </a:p>
        </p:txBody>
      </p:sp>
      <p:sp>
        <p:nvSpPr>
          <p:cNvPr id="13" name="pb2">
            <a:extLst xmlns:a="http://schemas.openxmlformats.org/drawingml/2006/main">
              <a:ext uri="{FF2B5EF4-FFF2-40B4-BE49-F238E27FC236}">
                <a16:creationId xmlns:a16="http://schemas.microsoft.com/office/drawing/2014/main" id="{765ACEDB-8D5A-4A37-96A6-469E68828A1D}"/>
              </a:ext>
            </a:extLst>
          </p:cNvPr>
          <p:cNvSpPr>
            <a:spLocks xmlns:a="http://schemas.openxmlformats.org/drawingml/2006/main" noGrp="1"/>
          </p:cNvSpPr>
          <p:nvPr/>
        </p:nvSpPr>
        <p:spPr>
          <a:xfrm xmlns:a="http://schemas.openxmlformats.org/drawingml/2006/main">
            <a:off x="70294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FHSS_CONFIG</a:t>
            </a:r>
          </a:p>
          <a:p xmlns:a="http://schemas.openxmlformats.org/drawingml/2006/main">
            <a:pPr algn="l">
              <a:defRPr sz="1275" b="0">
                <a:solidFill>
                  <a:srgbClr val="6F6A65"/>
                </a:solidFill>
              </a:defRPr>
            </a:pPr>
            <a:r>
              <a:rPr sz="1275" b="0">
                <a:solidFill>
                  <a:srgbClr val="6F6A65"/>
                </a:solidFill>
              </a:rPr>
              <a:t>FHSS_ACTIVATE</a:t>
            </a:r>
          </a:p>
        </p:txBody>
      </p:sp>
      <p:sp>
        <p:nvSpPr>
          <p:cNvPr id="14" name="p3">
            <a:extLst xmlns:a="http://schemas.openxmlformats.org/drawingml/2006/main">
              <a:ext uri="{FF2B5EF4-FFF2-40B4-BE49-F238E27FC236}">
                <a16:creationId xmlns:a16="http://schemas.microsoft.com/office/drawing/2014/main" id="{DC7FBF42-C88B-4965-84C4-D1664886DCFE}"/>
              </a:ext>
            </a:extLst>
          </p:cNvPr>
          <p:cNvSpPr>
            <a:spLocks xmlns:a="http://schemas.openxmlformats.org/drawingml/2006/main" noGrp="1"/>
          </p:cNvSpPr>
          <p:nvPr/>
        </p:nvSpPr>
        <p:spPr>
          <a:xfrm xmlns:a="http://schemas.openxmlformats.org/drawingml/2006/main">
            <a:off x="9829800" y="2152650"/>
            <a:ext cx="2571750" cy="1714500"/>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15" name="ph3">
            <a:extLst xmlns:a="http://schemas.openxmlformats.org/drawingml/2006/main">
              <a:ext uri="{FF2B5EF4-FFF2-40B4-BE49-F238E27FC236}">
                <a16:creationId xmlns:a16="http://schemas.microsoft.com/office/drawing/2014/main" id="{8A355E1E-4F77-4639-988B-DFB306BA9865}"/>
              </a:ext>
            </a:extLst>
          </p:cNvPr>
          <p:cNvSpPr>
            <a:spLocks xmlns:a="http://schemas.openxmlformats.org/drawingml/2006/main" noGrp="1"/>
          </p:cNvSpPr>
          <p:nvPr/>
        </p:nvSpPr>
        <p:spPr>
          <a:xfrm xmlns:a="http://schemas.openxmlformats.org/drawingml/2006/main">
            <a:off x="10001250" y="2362200"/>
            <a:ext cx="2228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C84308"/>
                </a:solidFill>
              </a:defRPr>
            </a:pPr>
            <a:r>
              <a:rPr sz="1575" b="1">
                <a:solidFill>
                  <a:srgbClr val="C84308"/>
                </a:solidFill>
              </a:rPr>
              <a:t>FHSS 동기</a:t>
            </a:r>
          </a:p>
        </p:txBody>
      </p:sp>
      <p:sp>
        <p:nvSpPr>
          <p:cNvPr id="16" name="pb3">
            <a:extLst xmlns:a="http://schemas.openxmlformats.org/drawingml/2006/main">
              <a:ext uri="{FF2B5EF4-FFF2-40B4-BE49-F238E27FC236}">
                <a16:creationId xmlns:a16="http://schemas.microsoft.com/office/drawing/2014/main" id="{A6F829E2-D9BA-4204-82B8-8E6BD5B0CBDF}"/>
              </a:ext>
            </a:extLst>
          </p:cNvPr>
          <p:cNvSpPr>
            <a:spLocks xmlns:a="http://schemas.openxmlformats.org/drawingml/2006/main" noGrp="1"/>
          </p:cNvSpPr>
          <p:nvPr/>
        </p:nvSpPr>
        <p:spPr>
          <a:xfrm xmlns:a="http://schemas.openxmlformats.org/drawingml/2006/main">
            <a:off x="10001250" y="3048000"/>
            <a:ext cx="22288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FHSS_SYNC</a:t>
            </a:r>
          </a:p>
          <a:p xmlns:a="http://schemas.openxmlformats.org/drawingml/2006/main">
            <a:pPr algn="l">
              <a:defRPr sz="1275" b="0">
                <a:solidFill>
                  <a:srgbClr val="6F6A65"/>
                </a:solidFill>
              </a:defRPr>
            </a:pPr>
            <a:r>
              <a:rPr sz="1275" b="0">
                <a:solidFill>
                  <a:srgbClr val="6F6A65"/>
                </a:solidFill>
              </a:rPr>
              <a:t>13-byte fixed format</a:t>
            </a:r>
          </a:p>
        </p:txBody>
      </p:sp>
      <p:sp>
        <p:nvSpPr>
          <p:cNvPr id="17" name="wire-h">
            <a:extLst xmlns:a="http://schemas.openxmlformats.org/drawingml/2006/main">
              <a:ext uri="{FF2B5EF4-FFF2-40B4-BE49-F238E27FC236}">
                <a16:creationId xmlns:a16="http://schemas.microsoft.com/office/drawing/2014/main" id="{8C00F684-4892-4C25-B13C-EB0EADA2268D}"/>
              </a:ext>
            </a:extLst>
          </p:cNvPr>
          <p:cNvSpPr>
            <a:spLocks xmlns:a="http://schemas.openxmlformats.org/drawingml/2006/main" noGrp="1"/>
          </p:cNvSpPr>
          <p:nvPr/>
        </p:nvSpPr>
        <p:spPr>
          <a:xfrm xmlns:a="http://schemas.openxmlformats.org/drawingml/2006/main">
            <a:off x="914400" y="44767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171412"/>
                </a:solidFill>
              </a:defRPr>
            </a:pPr>
            <a:r>
              <a:rPr sz="1875" b="1">
                <a:solidFill>
                  <a:srgbClr val="171412"/>
                </a:solidFill>
              </a:rPr>
              <a:t>FHSS 설정에 포함되는 공통 의미</a:t>
            </a:r>
          </a:p>
        </p:txBody>
      </p:sp>
      <p:sp>
        <p:nvSpPr>
          <p:cNvPr id="18" name="f10">
            <a:extLst xmlns:a="http://schemas.openxmlformats.org/drawingml/2006/main">
              <a:ext uri="{FF2B5EF4-FFF2-40B4-BE49-F238E27FC236}">
                <a16:creationId xmlns:a16="http://schemas.microsoft.com/office/drawing/2014/main" id="{7BE0F987-964B-4F25-A62B-6742364CB6A5}"/>
              </a:ext>
            </a:extLst>
          </p:cNvPr>
          <p:cNvSpPr>
            <a:spLocks xmlns:a="http://schemas.openxmlformats.org/drawingml/2006/main" noGrp="1"/>
          </p:cNvSpPr>
          <p:nvPr/>
        </p:nvSpPr>
        <p:spPr>
          <a:xfrm xmlns:a="http://schemas.openxmlformats.org/drawingml/2006/main">
            <a:off x="914400" y="5029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generation</a:t>
            </a:r>
          </a:p>
        </p:txBody>
      </p:sp>
      <p:sp>
        <p:nvSpPr>
          <p:cNvPr id="19" name="f20">
            <a:extLst xmlns:a="http://schemas.openxmlformats.org/drawingml/2006/main">
              <a:ext uri="{FF2B5EF4-FFF2-40B4-BE49-F238E27FC236}">
                <a16:creationId xmlns:a16="http://schemas.microsoft.com/office/drawing/2014/main" id="{25BF8323-15A0-45A1-98D1-5C706DECB82D}"/>
              </a:ext>
            </a:extLst>
          </p:cNvPr>
          <p:cNvSpPr>
            <a:spLocks xmlns:a="http://schemas.openxmlformats.org/drawingml/2006/main" noGrp="1"/>
          </p:cNvSpPr>
          <p:nvPr/>
        </p:nvSpPr>
        <p:spPr>
          <a:xfrm xmlns:a="http://schemas.openxmlformats.org/drawingml/2006/main">
            <a:off x="3333750" y="50292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설정 세대 번호</a:t>
            </a:r>
          </a:p>
        </p:txBody>
      </p:sp>
      <p:sp>
        <p:nvSpPr>
          <p:cNvPr id="20" name="f11">
            <a:extLst xmlns:a="http://schemas.openxmlformats.org/drawingml/2006/main">
              <a:ext uri="{FF2B5EF4-FFF2-40B4-BE49-F238E27FC236}">
                <a16:creationId xmlns:a16="http://schemas.microsoft.com/office/drawing/2014/main" id="{A342EA64-7EC5-4265-BAD8-453FEA7666CD}"/>
              </a:ext>
            </a:extLst>
          </p:cNvPr>
          <p:cNvSpPr>
            <a:spLocks xmlns:a="http://schemas.openxmlformats.org/drawingml/2006/main" noGrp="1"/>
          </p:cNvSpPr>
          <p:nvPr/>
        </p:nvSpPr>
        <p:spPr>
          <a:xfrm xmlns:a="http://schemas.openxmlformats.org/drawingml/2006/main">
            <a:off x="914400" y="53911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seed</a:t>
            </a:r>
          </a:p>
        </p:txBody>
      </p:sp>
      <p:sp>
        <p:nvSpPr>
          <p:cNvPr id="21" name="f21">
            <a:extLst xmlns:a="http://schemas.openxmlformats.org/drawingml/2006/main">
              <a:ext uri="{FF2B5EF4-FFF2-40B4-BE49-F238E27FC236}">
                <a16:creationId xmlns:a16="http://schemas.microsoft.com/office/drawing/2014/main" id="{F50F5207-723A-428C-8163-3552A34E5144}"/>
              </a:ext>
            </a:extLst>
          </p:cNvPr>
          <p:cNvSpPr>
            <a:spLocks xmlns:a="http://schemas.openxmlformats.org/drawingml/2006/main" noGrp="1"/>
          </p:cNvSpPr>
          <p:nvPr/>
        </p:nvSpPr>
        <p:spPr>
          <a:xfrm xmlns:a="http://schemas.openxmlformats.org/drawingml/2006/main">
            <a:off x="3333750" y="53911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채널 순서를 만드는 값</a:t>
            </a:r>
          </a:p>
        </p:txBody>
      </p:sp>
      <p:sp>
        <p:nvSpPr>
          <p:cNvPr id="22" name="f12">
            <a:extLst xmlns:a="http://schemas.openxmlformats.org/drawingml/2006/main">
              <a:ext uri="{FF2B5EF4-FFF2-40B4-BE49-F238E27FC236}">
                <a16:creationId xmlns:a16="http://schemas.microsoft.com/office/drawing/2014/main" id="{4BE738FB-546A-46E1-8603-ACC479F18615}"/>
              </a:ext>
            </a:extLst>
          </p:cNvPr>
          <p:cNvSpPr>
            <a:spLocks xmlns:a="http://schemas.openxmlformats.org/drawingml/2006/main" noGrp="1"/>
          </p:cNvSpPr>
          <p:nvPr/>
        </p:nvSpPr>
        <p:spPr>
          <a:xfrm xmlns:a="http://schemas.openxmlformats.org/drawingml/2006/main">
            <a:off x="914400" y="57531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channel_count</a:t>
            </a:r>
          </a:p>
        </p:txBody>
      </p:sp>
      <p:sp>
        <p:nvSpPr>
          <p:cNvPr id="23" name="f22">
            <a:extLst xmlns:a="http://schemas.openxmlformats.org/drawingml/2006/main">
              <a:ext uri="{FF2B5EF4-FFF2-40B4-BE49-F238E27FC236}">
                <a16:creationId xmlns:a16="http://schemas.microsoft.com/office/drawing/2014/main" id="{C3344B4D-2CC7-4C1A-827D-62BC02A6C5A7}"/>
              </a:ext>
            </a:extLst>
          </p:cNvPr>
          <p:cNvSpPr>
            <a:spLocks xmlns:a="http://schemas.openxmlformats.org/drawingml/2006/main" noGrp="1"/>
          </p:cNvSpPr>
          <p:nvPr/>
        </p:nvSpPr>
        <p:spPr>
          <a:xfrm xmlns:a="http://schemas.openxmlformats.org/drawingml/2006/main">
            <a:off x="3333750" y="57531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사용 채널 개수</a:t>
            </a:r>
          </a:p>
        </p:txBody>
      </p:sp>
      <p:sp>
        <p:nvSpPr>
          <p:cNvPr id="24" name="f13">
            <a:extLst xmlns:a="http://schemas.openxmlformats.org/drawingml/2006/main">
              <a:ext uri="{FF2B5EF4-FFF2-40B4-BE49-F238E27FC236}">
                <a16:creationId xmlns:a16="http://schemas.microsoft.com/office/drawing/2014/main" id="{AD8878B7-46BF-4181-B0F8-69F7E8CEF849}"/>
              </a:ext>
            </a:extLst>
          </p:cNvPr>
          <p:cNvSpPr>
            <a:spLocks xmlns:a="http://schemas.openxmlformats.org/drawingml/2006/main" noGrp="1"/>
          </p:cNvSpPr>
          <p:nvPr/>
        </p:nvSpPr>
        <p:spPr>
          <a:xfrm xmlns:a="http://schemas.openxmlformats.org/drawingml/2006/main">
            <a:off x="914400" y="61150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slot_us</a:t>
            </a:r>
          </a:p>
        </p:txBody>
      </p:sp>
      <p:sp>
        <p:nvSpPr>
          <p:cNvPr id="25" name="f23">
            <a:extLst xmlns:a="http://schemas.openxmlformats.org/drawingml/2006/main">
              <a:ext uri="{FF2B5EF4-FFF2-40B4-BE49-F238E27FC236}">
                <a16:creationId xmlns:a16="http://schemas.microsoft.com/office/drawing/2014/main" id="{DB22063C-0B3C-4A6B-8CA4-FAD811BE2BBD}"/>
              </a:ext>
            </a:extLst>
          </p:cNvPr>
          <p:cNvSpPr>
            <a:spLocks xmlns:a="http://schemas.openxmlformats.org/drawingml/2006/main" noGrp="1"/>
          </p:cNvSpPr>
          <p:nvPr/>
        </p:nvSpPr>
        <p:spPr>
          <a:xfrm xmlns:a="http://schemas.openxmlformats.org/drawingml/2006/main">
            <a:off x="3333750" y="6115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채널 유지 시간</a:t>
            </a:r>
          </a:p>
        </p:txBody>
      </p:sp>
      <p:sp>
        <p:nvSpPr>
          <p:cNvPr id="26" name="f14">
            <a:extLst xmlns:a="http://schemas.openxmlformats.org/drawingml/2006/main">
              <a:ext uri="{FF2B5EF4-FFF2-40B4-BE49-F238E27FC236}">
                <a16:creationId xmlns:a16="http://schemas.microsoft.com/office/drawing/2014/main" id="{7C322A39-F964-48E4-916F-EB01C911CE4E}"/>
              </a:ext>
            </a:extLst>
          </p:cNvPr>
          <p:cNvSpPr>
            <a:spLocks xmlns:a="http://schemas.openxmlformats.org/drawingml/2006/main" noGrp="1"/>
          </p:cNvSpPr>
          <p:nvPr/>
        </p:nvSpPr>
        <p:spPr>
          <a:xfrm xmlns:a="http://schemas.openxmlformats.org/drawingml/2006/main">
            <a:off x="914400" y="64770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algorithm_version</a:t>
            </a:r>
          </a:p>
        </p:txBody>
      </p:sp>
      <p:sp>
        <p:nvSpPr>
          <p:cNvPr id="27" name="f24">
            <a:extLst xmlns:a="http://schemas.openxmlformats.org/drawingml/2006/main">
              <a:ext uri="{FF2B5EF4-FFF2-40B4-BE49-F238E27FC236}">
                <a16:creationId xmlns:a16="http://schemas.microsoft.com/office/drawing/2014/main" id="{2FEA0B70-B90F-47DF-BB11-BF65E08E7BEB}"/>
              </a:ext>
            </a:extLst>
          </p:cNvPr>
          <p:cNvSpPr>
            <a:spLocks xmlns:a="http://schemas.openxmlformats.org/drawingml/2006/main" noGrp="1"/>
          </p:cNvSpPr>
          <p:nvPr/>
        </p:nvSpPr>
        <p:spPr>
          <a:xfrm xmlns:a="http://schemas.openxmlformats.org/drawingml/2006/main">
            <a:off x="3333750" y="64770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셔플 규칙 버전</a:t>
            </a:r>
          </a:p>
        </p:txBody>
      </p:sp>
      <p:sp>
        <p:nvSpPr>
          <p:cNvPr id="28" name="gold">
            <a:extLst xmlns:a="http://schemas.openxmlformats.org/drawingml/2006/main">
              <a:ext uri="{FF2B5EF4-FFF2-40B4-BE49-F238E27FC236}">
                <a16:creationId xmlns:a16="http://schemas.microsoft.com/office/drawing/2014/main" id="{02229FD8-F759-4515-A9B5-5579EFE19AD8}"/>
              </a:ext>
            </a:extLst>
          </p:cNvPr>
          <p:cNvSpPr>
            <a:spLocks xmlns:a="http://schemas.openxmlformats.org/drawingml/2006/main" noGrp="1"/>
          </p:cNvSpPr>
          <p:nvPr/>
        </p:nvSpPr>
        <p:spPr>
          <a:xfrm xmlns:a="http://schemas.openxmlformats.org/drawingml/2006/main">
            <a:off x="7239000" y="4629150"/>
            <a:ext cx="5562600" cy="180975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9" name="gold-h">
            <a:extLst xmlns:a="http://schemas.openxmlformats.org/drawingml/2006/main">
              <a:ext uri="{FF2B5EF4-FFF2-40B4-BE49-F238E27FC236}">
                <a16:creationId xmlns:a16="http://schemas.microsoft.com/office/drawing/2014/main" id="{A0BF2A2D-39AC-42E3-AABB-4BAA2CEFFD9F}"/>
              </a:ext>
            </a:extLst>
          </p:cNvPr>
          <p:cNvSpPr>
            <a:spLocks xmlns:a="http://schemas.openxmlformats.org/drawingml/2006/main" noGrp="1"/>
          </p:cNvSpPr>
          <p:nvPr/>
        </p:nvSpPr>
        <p:spPr>
          <a:xfrm xmlns:a="http://schemas.openxmlformats.org/drawingml/2006/main">
            <a:off x="7543800" y="48577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Golden test vector</a:t>
            </a:r>
          </a:p>
        </p:txBody>
      </p:sp>
      <p:sp>
        <p:nvSpPr>
          <p:cNvPr id="30" name="gold-b">
            <a:extLst xmlns:a="http://schemas.openxmlformats.org/drawingml/2006/main">
              <a:ext uri="{FF2B5EF4-FFF2-40B4-BE49-F238E27FC236}">
                <a16:creationId xmlns:a16="http://schemas.microsoft.com/office/drawing/2014/main" id="{DC7E4446-B2EC-45BB-B29C-FA6D8786238C}"/>
              </a:ext>
            </a:extLst>
          </p:cNvPr>
          <p:cNvSpPr>
            <a:spLocks xmlns:a="http://schemas.openxmlformats.org/drawingml/2006/main" noGrp="1"/>
          </p:cNvSpPr>
          <p:nvPr/>
        </p:nvSpPr>
        <p:spPr>
          <a:xfrm xmlns:a="http://schemas.openxmlformats.org/drawingml/2006/main">
            <a:off x="7543800" y="54292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같은 입력 → 같은 바이트열</a:t>
            </a:r>
          </a:p>
          <a:p xmlns:a="http://schemas.openxmlformats.org/drawingml/2006/main">
            <a:pPr algn="l">
              <a:defRPr sz="1350" b="1">
                <a:solidFill>
                  <a:srgbClr val="171412"/>
                </a:solidFill>
              </a:defRPr>
            </a:pPr>
            <a:r>
              <a:rPr sz="1350" b="1">
                <a:solidFill>
                  <a:srgbClr val="171412"/>
                </a:solidFill>
              </a:rPr>
              <a:t>같은 seed → 같은 채널 순서</a:t>
            </a:r>
          </a:p>
          <a:p xmlns:a="http://schemas.openxmlformats.org/drawingml/2006/main">
            <a:pPr algn="l">
              <a:defRPr sz="1350" b="1">
                <a:solidFill>
                  <a:srgbClr val="171412"/>
                </a:solidFill>
              </a:defRPr>
            </a:pPr>
            <a:r>
              <a:rPr sz="1350" b="1">
                <a:solidFill>
                  <a:srgbClr val="171412"/>
                </a:solidFill>
              </a:rPr>
              <a:t>버전 불일치 → 즉시 거부</a:t>
            </a:r>
          </a:p>
        </p:txBody>
      </p:sp>
    </p:spTree>
    <p:extLst>
      <p:ext uri="{BB962C8B-B14F-4D97-AF65-F5344CB8AC3E}">
        <p14:creationId xmlns:p14="http://schemas.microsoft.com/office/powerpoint/2010/main" val="4843655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eyebrow">
            <a:extLst xmlns:a="http://schemas.openxmlformats.org/drawingml/2006/main">
              <a:ext uri="{FF2B5EF4-FFF2-40B4-BE49-F238E27FC236}">
                <a16:creationId xmlns:a16="http://schemas.microsoft.com/office/drawing/2014/main" id="{6077DFDE-86A2-439A-A38A-960EE51669D0}"/>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06 · FHSS</a:t>
            </a:r>
          </a:p>
        </p:txBody>
      </p:sp>
      <p:sp>
        <p:nvSpPr>
          <p:cNvPr id="2" name="title">
            <a:extLst xmlns:a="http://schemas.openxmlformats.org/drawingml/2006/main">
              <a:ext uri="{FF2B5EF4-FFF2-40B4-BE49-F238E27FC236}">
                <a16:creationId xmlns:a16="http://schemas.microsoft.com/office/drawing/2014/main" id="{BC89570B-8B68-49E8-AF20-52B14CF7B1C6}"/>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seed와 슬롯 번호로 양쪽이 같은 채널을 계산</a:t>
            </a:r>
          </a:p>
        </p:txBody>
      </p:sp>
      <p:sp>
        <p:nvSpPr>
          <p:cNvPr id="3" name="footer">
            <a:extLst xmlns:a="http://schemas.openxmlformats.org/drawingml/2006/main">
              <a:ext uri="{FF2B5EF4-FFF2-40B4-BE49-F238E27FC236}">
                <a16:creationId xmlns:a16="http://schemas.microsoft.com/office/drawing/2014/main" id="{B84A37B4-3150-4E7C-BF96-E859FDA50B52}"/>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58016E57-E04A-4A78-BBF9-7A70BF1ADDEA}"/>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07</a:t>
            </a:r>
          </a:p>
        </p:txBody>
      </p:sp>
      <p:sp>
        <p:nvSpPr>
          <p:cNvPr id="5" name="sq0">
            <a:extLst xmlns:a="http://schemas.openxmlformats.org/drawingml/2006/main">
              <a:ext uri="{FF2B5EF4-FFF2-40B4-BE49-F238E27FC236}">
                <a16:creationId xmlns:a16="http://schemas.microsoft.com/office/drawing/2014/main" id="{02C2F478-F11C-4A6E-861F-D7C9C351ACA8}"/>
              </a:ext>
            </a:extLst>
          </p:cNvPr>
          <p:cNvSpPr>
            <a:spLocks xmlns:a="http://schemas.openxmlformats.org/drawingml/2006/main" noGrp="1"/>
          </p:cNvSpPr>
          <p:nvPr/>
        </p:nvSpPr>
        <p:spPr>
          <a:xfrm xmlns:a="http://schemas.openxmlformats.org/drawingml/2006/main">
            <a:off x="914400" y="2362200"/>
            <a:ext cx="1123950" cy="904875"/>
          </a:xfrm>
          <a:prstGeom xmlns:a="http://schemas.openxmlformats.org/drawingml/2006/main" prst="rect">
            <a:avLst/>
          </a:prstGeom>
          <a:solidFill xmlns:a="http://schemas.openxmlformats.org/drawingml/2006/main">
            <a:srgbClr val="C84308"/>
          </a:solidFill>
          <a:ln xmlns:a="http://schemas.openxmlformats.org/drawingml/2006/main" w="9525">
            <a:solidFill>
              <a:srgbClr val="C84308"/>
            </a:solidFill>
            <a:prstDash val="solid"/>
          </a:ln>
        </p:spPr>
      </p:sp>
      <p:sp>
        <p:nvSpPr>
          <p:cNvPr id="6" name="sn0">
            <a:extLst xmlns:a="http://schemas.openxmlformats.org/drawingml/2006/main">
              <a:ext uri="{FF2B5EF4-FFF2-40B4-BE49-F238E27FC236}">
                <a16:creationId xmlns:a16="http://schemas.microsoft.com/office/drawing/2014/main" id="{29C2B82A-CD85-4E52-9BF4-D2C248826EC4}"/>
              </a:ext>
            </a:extLst>
          </p:cNvPr>
          <p:cNvSpPr>
            <a:spLocks xmlns:a="http://schemas.openxmlformats.org/drawingml/2006/main" noGrp="1"/>
          </p:cNvSpPr>
          <p:nvPr/>
        </p:nvSpPr>
        <p:spPr>
          <a:xfrm xmlns:a="http://schemas.openxmlformats.org/drawingml/2006/main">
            <a:off x="91440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S0</a:t>
            </a:r>
          </a:p>
        </p:txBody>
      </p:sp>
      <p:sp>
        <p:nvSpPr>
          <p:cNvPr id="7" name="sv0">
            <a:extLst xmlns:a="http://schemas.openxmlformats.org/drawingml/2006/main">
              <a:ext uri="{FF2B5EF4-FFF2-40B4-BE49-F238E27FC236}">
                <a16:creationId xmlns:a16="http://schemas.microsoft.com/office/drawing/2014/main" id="{429AF315-C9A3-4C46-8CE2-26103430FADA}"/>
              </a:ext>
            </a:extLst>
          </p:cNvPr>
          <p:cNvSpPr>
            <a:spLocks xmlns:a="http://schemas.openxmlformats.org/drawingml/2006/main" noGrp="1"/>
          </p:cNvSpPr>
          <p:nvPr/>
        </p:nvSpPr>
        <p:spPr>
          <a:xfrm xmlns:a="http://schemas.openxmlformats.org/drawingml/2006/main">
            <a:off x="91440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CH 1</a:t>
            </a:r>
          </a:p>
        </p:txBody>
      </p:sp>
      <p:sp>
        <p:nvSpPr>
          <p:cNvPr id="8" name="sa0l">
            <a:extLst xmlns:a="http://schemas.openxmlformats.org/drawingml/2006/main">
              <a:ext uri="{FF2B5EF4-FFF2-40B4-BE49-F238E27FC236}">
                <a16:creationId xmlns:a16="http://schemas.microsoft.com/office/drawing/2014/main" id="{006AD724-C85B-4850-983E-97967D691703}"/>
              </a:ext>
            </a:extLst>
          </p:cNvPr>
          <p:cNvSpPr>
            <a:spLocks xmlns:a="http://schemas.openxmlformats.org/drawingml/2006/main" noGrp="1"/>
          </p:cNvSpPr>
          <p:nvPr/>
        </p:nvSpPr>
        <p:spPr>
          <a:xfrm xmlns:a="http://schemas.openxmlformats.org/drawingml/2006/main">
            <a:off x="205740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sa0h">
            <a:extLst xmlns:a="http://schemas.openxmlformats.org/drawingml/2006/main">
              <a:ext uri="{FF2B5EF4-FFF2-40B4-BE49-F238E27FC236}">
                <a16:creationId xmlns:a16="http://schemas.microsoft.com/office/drawing/2014/main" id="{571BB59F-0C5C-45AB-AC81-8C3D1783A3A0}"/>
              </a:ext>
            </a:extLst>
          </p:cNvPr>
          <p:cNvSpPr>
            <a:spLocks xmlns:a="http://schemas.openxmlformats.org/drawingml/2006/main" noGrp="1"/>
          </p:cNvSpPr>
          <p:nvPr/>
        </p:nvSpPr>
        <p:spPr>
          <a:xfrm xmlns:a="http://schemas.openxmlformats.org/drawingml/2006/main">
            <a:off x="215265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sq1">
            <a:extLst xmlns:a="http://schemas.openxmlformats.org/drawingml/2006/main">
              <a:ext uri="{FF2B5EF4-FFF2-40B4-BE49-F238E27FC236}">
                <a16:creationId xmlns:a16="http://schemas.microsoft.com/office/drawing/2014/main" id="{8EFA16A8-7BA9-4BAA-B8F4-EA3E2B43EB03}"/>
              </a:ext>
            </a:extLst>
          </p:cNvPr>
          <p:cNvSpPr>
            <a:spLocks xmlns:a="http://schemas.openxmlformats.org/drawingml/2006/main" noGrp="1"/>
          </p:cNvSpPr>
          <p:nvPr/>
        </p:nvSpPr>
        <p:spPr>
          <a:xfrm xmlns:a="http://schemas.openxmlformats.org/drawingml/2006/main">
            <a:off x="235267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11" name="sn1">
            <a:extLst xmlns:a="http://schemas.openxmlformats.org/drawingml/2006/main">
              <a:ext uri="{FF2B5EF4-FFF2-40B4-BE49-F238E27FC236}">
                <a16:creationId xmlns:a16="http://schemas.microsoft.com/office/drawing/2014/main" id="{9B624210-F5C4-404D-8591-EC106851B673}"/>
              </a:ext>
            </a:extLst>
          </p:cNvPr>
          <p:cNvSpPr>
            <a:spLocks xmlns:a="http://schemas.openxmlformats.org/drawingml/2006/main" noGrp="1"/>
          </p:cNvSpPr>
          <p:nvPr/>
        </p:nvSpPr>
        <p:spPr>
          <a:xfrm xmlns:a="http://schemas.openxmlformats.org/drawingml/2006/main">
            <a:off x="235267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S1</a:t>
            </a:r>
          </a:p>
        </p:txBody>
      </p:sp>
      <p:sp>
        <p:nvSpPr>
          <p:cNvPr id="12" name="sv1">
            <a:extLst xmlns:a="http://schemas.openxmlformats.org/drawingml/2006/main">
              <a:ext uri="{FF2B5EF4-FFF2-40B4-BE49-F238E27FC236}">
                <a16:creationId xmlns:a16="http://schemas.microsoft.com/office/drawing/2014/main" id="{520A4C02-CF44-477A-A337-F9A90C6C2F75}"/>
              </a:ext>
            </a:extLst>
          </p:cNvPr>
          <p:cNvSpPr>
            <a:spLocks xmlns:a="http://schemas.openxmlformats.org/drawingml/2006/main" noGrp="1"/>
          </p:cNvSpPr>
          <p:nvPr/>
        </p:nvSpPr>
        <p:spPr>
          <a:xfrm xmlns:a="http://schemas.openxmlformats.org/drawingml/2006/main">
            <a:off x="235267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7</a:t>
            </a:r>
          </a:p>
        </p:txBody>
      </p:sp>
      <p:sp>
        <p:nvSpPr>
          <p:cNvPr id="13" name="sa1l">
            <a:extLst xmlns:a="http://schemas.openxmlformats.org/drawingml/2006/main">
              <a:ext uri="{FF2B5EF4-FFF2-40B4-BE49-F238E27FC236}">
                <a16:creationId xmlns:a16="http://schemas.microsoft.com/office/drawing/2014/main" id="{3812EDB1-0607-4F5E-93E1-5EB5F53CB736}"/>
              </a:ext>
            </a:extLst>
          </p:cNvPr>
          <p:cNvSpPr>
            <a:spLocks xmlns:a="http://schemas.openxmlformats.org/drawingml/2006/main" noGrp="1"/>
          </p:cNvSpPr>
          <p:nvPr/>
        </p:nvSpPr>
        <p:spPr>
          <a:xfrm xmlns:a="http://schemas.openxmlformats.org/drawingml/2006/main">
            <a:off x="3495675"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sa1h">
            <a:extLst xmlns:a="http://schemas.openxmlformats.org/drawingml/2006/main">
              <a:ext uri="{FF2B5EF4-FFF2-40B4-BE49-F238E27FC236}">
                <a16:creationId xmlns:a16="http://schemas.microsoft.com/office/drawing/2014/main" id="{CEC5DF8F-2304-4729-A3D4-8841049FB697}"/>
              </a:ext>
            </a:extLst>
          </p:cNvPr>
          <p:cNvSpPr>
            <a:spLocks xmlns:a="http://schemas.openxmlformats.org/drawingml/2006/main" noGrp="1"/>
          </p:cNvSpPr>
          <p:nvPr/>
        </p:nvSpPr>
        <p:spPr>
          <a:xfrm xmlns:a="http://schemas.openxmlformats.org/drawingml/2006/main">
            <a:off x="3590925"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sq2">
            <a:extLst xmlns:a="http://schemas.openxmlformats.org/drawingml/2006/main">
              <a:ext uri="{FF2B5EF4-FFF2-40B4-BE49-F238E27FC236}">
                <a16:creationId xmlns:a16="http://schemas.microsoft.com/office/drawing/2014/main" id="{08F8C574-0310-4D1B-8A61-9D259EADBF4C}"/>
              </a:ext>
            </a:extLst>
          </p:cNvPr>
          <p:cNvSpPr>
            <a:spLocks xmlns:a="http://schemas.openxmlformats.org/drawingml/2006/main" noGrp="1"/>
          </p:cNvSpPr>
          <p:nvPr/>
        </p:nvSpPr>
        <p:spPr>
          <a:xfrm xmlns:a="http://schemas.openxmlformats.org/drawingml/2006/main">
            <a:off x="3790950" y="2362200"/>
            <a:ext cx="11239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prstDash val="solid"/>
          </a:ln>
        </p:spPr>
      </p:sp>
      <p:sp>
        <p:nvSpPr>
          <p:cNvPr id="16" name="sn2">
            <a:extLst xmlns:a="http://schemas.openxmlformats.org/drawingml/2006/main">
              <a:ext uri="{FF2B5EF4-FFF2-40B4-BE49-F238E27FC236}">
                <a16:creationId xmlns:a16="http://schemas.microsoft.com/office/drawing/2014/main" id="{9ACADC33-A699-4DDD-A66D-318694527994}"/>
              </a:ext>
            </a:extLst>
          </p:cNvPr>
          <p:cNvSpPr>
            <a:spLocks xmlns:a="http://schemas.openxmlformats.org/drawingml/2006/main" noGrp="1"/>
          </p:cNvSpPr>
          <p:nvPr/>
        </p:nvSpPr>
        <p:spPr>
          <a:xfrm xmlns:a="http://schemas.openxmlformats.org/drawingml/2006/main">
            <a:off x="379095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S2</a:t>
            </a:r>
          </a:p>
        </p:txBody>
      </p:sp>
      <p:sp>
        <p:nvSpPr>
          <p:cNvPr id="17" name="sv2">
            <a:extLst xmlns:a="http://schemas.openxmlformats.org/drawingml/2006/main">
              <a:ext uri="{FF2B5EF4-FFF2-40B4-BE49-F238E27FC236}">
                <a16:creationId xmlns:a16="http://schemas.microsoft.com/office/drawing/2014/main" id="{1CBDD09A-6498-48E8-9070-41C18C512B88}"/>
              </a:ext>
            </a:extLst>
          </p:cNvPr>
          <p:cNvSpPr>
            <a:spLocks xmlns:a="http://schemas.openxmlformats.org/drawingml/2006/main" noGrp="1"/>
          </p:cNvSpPr>
          <p:nvPr/>
        </p:nvSpPr>
        <p:spPr>
          <a:xfrm xmlns:a="http://schemas.openxmlformats.org/drawingml/2006/main">
            <a:off x="379095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6</a:t>
            </a:r>
          </a:p>
        </p:txBody>
      </p:sp>
      <p:sp>
        <p:nvSpPr>
          <p:cNvPr id="18" name="sa2l">
            <a:extLst xmlns:a="http://schemas.openxmlformats.org/drawingml/2006/main">
              <a:ext uri="{FF2B5EF4-FFF2-40B4-BE49-F238E27FC236}">
                <a16:creationId xmlns:a16="http://schemas.microsoft.com/office/drawing/2014/main" id="{58CF3FAA-3482-4553-AB3B-4AC5D7709BE1}"/>
              </a:ext>
            </a:extLst>
          </p:cNvPr>
          <p:cNvSpPr>
            <a:spLocks xmlns:a="http://schemas.openxmlformats.org/drawingml/2006/main" noGrp="1"/>
          </p:cNvSpPr>
          <p:nvPr/>
        </p:nvSpPr>
        <p:spPr>
          <a:xfrm xmlns:a="http://schemas.openxmlformats.org/drawingml/2006/main">
            <a:off x="493395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sa2h">
            <a:extLst xmlns:a="http://schemas.openxmlformats.org/drawingml/2006/main">
              <a:ext uri="{FF2B5EF4-FFF2-40B4-BE49-F238E27FC236}">
                <a16:creationId xmlns:a16="http://schemas.microsoft.com/office/drawing/2014/main" id="{F859EDE6-9B41-4100-B64E-988A3D6D76FA}"/>
              </a:ext>
            </a:extLst>
          </p:cNvPr>
          <p:cNvSpPr>
            <a:spLocks xmlns:a="http://schemas.openxmlformats.org/drawingml/2006/main" noGrp="1"/>
          </p:cNvSpPr>
          <p:nvPr/>
        </p:nvSpPr>
        <p:spPr>
          <a:xfrm xmlns:a="http://schemas.openxmlformats.org/drawingml/2006/main">
            <a:off x="502920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sq3">
            <a:extLst xmlns:a="http://schemas.openxmlformats.org/drawingml/2006/main">
              <a:ext uri="{FF2B5EF4-FFF2-40B4-BE49-F238E27FC236}">
                <a16:creationId xmlns:a16="http://schemas.microsoft.com/office/drawing/2014/main" id="{0353A80B-5AF5-481A-99F4-51FB72603775}"/>
              </a:ext>
            </a:extLst>
          </p:cNvPr>
          <p:cNvSpPr>
            <a:spLocks xmlns:a="http://schemas.openxmlformats.org/drawingml/2006/main" noGrp="1"/>
          </p:cNvSpPr>
          <p:nvPr/>
        </p:nvSpPr>
        <p:spPr>
          <a:xfrm xmlns:a="http://schemas.openxmlformats.org/drawingml/2006/main">
            <a:off x="522922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21" name="sn3">
            <a:extLst xmlns:a="http://schemas.openxmlformats.org/drawingml/2006/main">
              <a:ext uri="{FF2B5EF4-FFF2-40B4-BE49-F238E27FC236}">
                <a16:creationId xmlns:a16="http://schemas.microsoft.com/office/drawing/2014/main" id="{DFB09C29-60CA-40E7-B9E8-F15EB8814497}"/>
              </a:ext>
            </a:extLst>
          </p:cNvPr>
          <p:cNvSpPr>
            <a:spLocks xmlns:a="http://schemas.openxmlformats.org/drawingml/2006/main" noGrp="1"/>
          </p:cNvSpPr>
          <p:nvPr/>
        </p:nvSpPr>
        <p:spPr>
          <a:xfrm xmlns:a="http://schemas.openxmlformats.org/drawingml/2006/main">
            <a:off x="522922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S3</a:t>
            </a:r>
          </a:p>
        </p:txBody>
      </p:sp>
      <p:sp>
        <p:nvSpPr>
          <p:cNvPr id="22" name="sv3">
            <a:extLst xmlns:a="http://schemas.openxmlformats.org/drawingml/2006/main">
              <a:ext uri="{FF2B5EF4-FFF2-40B4-BE49-F238E27FC236}">
                <a16:creationId xmlns:a16="http://schemas.microsoft.com/office/drawing/2014/main" id="{468F0C6C-9636-40BB-95FD-F61B3E07F63C}"/>
              </a:ext>
            </a:extLst>
          </p:cNvPr>
          <p:cNvSpPr>
            <a:spLocks xmlns:a="http://schemas.openxmlformats.org/drawingml/2006/main" noGrp="1"/>
          </p:cNvSpPr>
          <p:nvPr/>
        </p:nvSpPr>
        <p:spPr>
          <a:xfrm xmlns:a="http://schemas.openxmlformats.org/drawingml/2006/main">
            <a:off x="522922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5</a:t>
            </a:r>
          </a:p>
        </p:txBody>
      </p:sp>
      <p:sp>
        <p:nvSpPr>
          <p:cNvPr id="23" name="sa3l">
            <a:extLst xmlns:a="http://schemas.openxmlformats.org/drawingml/2006/main">
              <a:ext uri="{FF2B5EF4-FFF2-40B4-BE49-F238E27FC236}">
                <a16:creationId xmlns:a16="http://schemas.microsoft.com/office/drawing/2014/main" id="{0564DC3D-4719-470D-96F8-7B111B8251BE}"/>
              </a:ext>
            </a:extLst>
          </p:cNvPr>
          <p:cNvSpPr>
            <a:spLocks xmlns:a="http://schemas.openxmlformats.org/drawingml/2006/main" noGrp="1"/>
          </p:cNvSpPr>
          <p:nvPr/>
        </p:nvSpPr>
        <p:spPr>
          <a:xfrm xmlns:a="http://schemas.openxmlformats.org/drawingml/2006/main">
            <a:off x="6372225"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sa3h">
            <a:extLst xmlns:a="http://schemas.openxmlformats.org/drawingml/2006/main">
              <a:ext uri="{FF2B5EF4-FFF2-40B4-BE49-F238E27FC236}">
                <a16:creationId xmlns:a16="http://schemas.microsoft.com/office/drawing/2014/main" id="{55AB0694-0020-4858-AAF6-92739AB1E702}"/>
              </a:ext>
            </a:extLst>
          </p:cNvPr>
          <p:cNvSpPr>
            <a:spLocks xmlns:a="http://schemas.openxmlformats.org/drawingml/2006/main" noGrp="1"/>
          </p:cNvSpPr>
          <p:nvPr/>
        </p:nvSpPr>
        <p:spPr>
          <a:xfrm xmlns:a="http://schemas.openxmlformats.org/drawingml/2006/main">
            <a:off x="6467475"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sq4">
            <a:extLst xmlns:a="http://schemas.openxmlformats.org/drawingml/2006/main">
              <a:ext uri="{FF2B5EF4-FFF2-40B4-BE49-F238E27FC236}">
                <a16:creationId xmlns:a16="http://schemas.microsoft.com/office/drawing/2014/main" id="{FB3D127C-C10C-4DB9-83F4-78131AE364D2}"/>
              </a:ext>
            </a:extLst>
          </p:cNvPr>
          <p:cNvSpPr>
            <a:spLocks xmlns:a="http://schemas.openxmlformats.org/drawingml/2006/main" noGrp="1"/>
          </p:cNvSpPr>
          <p:nvPr/>
        </p:nvSpPr>
        <p:spPr>
          <a:xfrm xmlns:a="http://schemas.openxmlformats.org/drawingml/2006/main">
            <a:off x="6667500" y="2362200"/>
            <a:ext cx="11239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prstDash val="solid"/>
          </a:ln>
        </p:spPr>
      </p:sp>
      <p:sp>
        <p:nvSpPr>
          <p:cNvPr id="26" name="sn4">
            <a:extLst xmlns:a="http://schemas.openxmlformats.org/drawingml/2006/main">
              <a:ext uri="{FF2B5EF4-FFF2-40B4-BE49-F238E27FC236}">
                <a16:creationId xmlns:a16="http://schemas.microsoft.com/office/drawing/2014/main" id="{41A576B2-4371-4C22-A8CE-51FFCCC8F4D4}"/>
              </a:ext>
            </a:extLst>
          </p:cNvPr>
          <p:cNvSpPr>
            <a:spLocks xmlns:a="http://schemas.openxmlformats.org/drawingml/2006/main" noGrp="1"/>
          </p:cNvSpPr>
          <p:nvPr/>
        </p:nvSpPr>
        <p:spPr>
          <a:xfrm xmlns:a="http://schemas.openxmlformats.org/drawingml/2006/main">
            <a:off x="666750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S4</a:t>
            </a:r>
          </a:p>
        </p:txBody>
      </p:sp>
      <p:sp>
        <p:nvSpPr>
          <p:cNvPr id="27" name="sv4">
            <a:extLst xmlns:a="http://schemas.openxmlformats.org/drawingml/2006/main">
              <a:ext uri="{FF2B5EF4-FFF2-40B4-BE49-F238E27FC236}">
                <a16:creationId xmlns:a16="http://schemas.microsoft.com/office/drawing/2014/main" id="{2B5B0541-0769-477C-A906-6EAF0C13C977}"/>
              </a:ext>
            </a:extLst>
          </p:cNvPr>
          <p:cNvSpPr>
            <a:spLocks xmlns:a="http://schemas.openxmlformats.org/drawingml/2006/main" noGrp="1"/>
          </p:cNvSpPr>
          <p:nvPr/>
        </p:nvSpPr>
        <p:spPr>
          <a:xfrm xmlns:a="http://schemas.openxmlformats.org/drawingml/2006/main">
            <a:off x="666750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3</a:t>
            </a:r>
          </a:p>
        </p:txBody>
      </p:sp>
      <p:sp>
        <p:nvSpPr>
          <p:cNvPr id="28" name="sa4l">
            <a:extLst xmlns:a="http://schemas.openxmlformats.org/drawingml/2006/main">
              <a:ext uri="{FF2B5EF4-FFF2-40B4-BE49-F238E27FC236}">
                <a16:creationId xmlns:a16="http://schemas.microsoft.com/office/drawing/2014/main" id="{B8E8BF3A-04D3-4B60-81A4-B475C8F19952}"/>
              </a:ext>
            </a:extLst>
          </p:cNvPr>
          <p:cNvSpPr>
            <a:spLocks xmlns:a="http://schemas.openxmlformats.org/drawingml/2006/main" noGrp="1"/>
          </p:cNvSpPr>
          <p:nvPr/>
        </p:nvSpPr>
        <p:spPr>
          <a:xfrm xmlns:a="http://schemas.openxmlformats.org/drawingml/2006/main">
            <a:off x="781050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9" name="sa4h">
            <a:extLst xmlns:a="http://schemas.openxmlformats.org/drawingml/2006/main">
              <a:ext uri="{FF2B5EF4-FFF2-40B4-BE49-F238E27FC236}">
                <a16:creationId xmlns:a16="http://schemas.microsoft.com/office/drawing/2014/main" id="{490B3865-12A0-4673-93D9-3734B3B7C2D2}"/>
              </a:ext>
            </a:extLst>
          </p:cNvPr>
          <p:cNvSpPr>
            <a:spLocks xmlns:a="http://schemas.openxmlformats.org/drawingml/2006/main" noGrp="1"/>
          </p:cNvSpPr>
          <p:nvPr/>
        </p:nvSpPr>
        <p:spPr>
          <a:xfrm xmlns:a="http://schemas.openxmlformats.org/drawingml/2006/main">
            <a:off x="790575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30" name="sq5">
            <a:extLst xmlns:a="http://schemas.openxmlformats.org/drawingml/2006/main">
              <a:ext uri="{FF2B5EF4-FFF2-40B4-BE49-F238E27FC236}">
                <a16:creationId xmlns:a16="http://schemas.microsoft.com/office/drawing/2014/main" id="{041649C1-3BDD-4704-B213-72DCC153163C}"/>
              </a:ext>
            </a:extLst>
          </p:cNvPr>
          <p:cNvSpPr>
            <a:spLocks xmlns:a="http://schemas.openxmlformats.org/drawingml/2006/main" noGrp="1"/>
          </p:cNvSpPr>
          <p:nvPr/>
        </p:nvSpPr>
        <p:spPr>
          <a:xfrm xmlns:a="http://schemas.openxmlformats.org/drawingml/2006/main">
            <a:off x="810577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31" name="sn5">
            <a:extLst xmlns:a="http://schemas.openxmlformats.org/drawingml/2006/main">
              <a:ext uri="{FF2B5EF4-FFF2-40B4-BE49-F238E27FC236}">
                <a16:creationId xmlns:a16="http://schemas.microsoft.com/office/drawing/2014/main" id="{BA696C43-39D1-4577-ABA5-0E44BC567B7D}"/>
              </a:ext>
            </a:extLst>
          </p:cNvPr>
          <p:cNvSpPr>
            <a:spLocks xmlns:a="http://schemas.openxmlformats.org/drawingml/2006/main" noGrp="1"/>
          </p:cNvSpPr>
          <p:nvPr/>
        </p:nvSpPr>
        <p:spPr>
          <a:xfrm xmlns:a="http://schemas.openxmlformats.org/drawingml/2006/main">
            <a:off x="810577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S5</a:t>
            </a:r>
          </a:p>
        </p:txBody>
      </p:sp>
      <p:sp>
        <p:nvSpPr>
          <p:cNvPr id="32" name="sv5">
            <a:extLst xmlns:a="http://schemas.openxmlformats.org/drawingml/2006/main">
              <a:ext uri="{FF2B5EF4-FFF2-40B4-BE49-F238E27FC236}">
                <a16:creationId xmlns:a16="http://schemas.microsoft.com/office/drawing/2014/main" id="{6E6341F5-2B85-4950-A839-8C67785BD897}"/>
              </a:ext>
            </a:extLst>
          </p:cNvPr>
          <p:cNvSpPr>
            <a:spLocks xmlns:a="http://schemas.openxmlformats.org/drawingml/2006/main" noGrp="1"/>
          </p:cNvSpPr>
          <p:nvPr/>
        </p:nvSpPr>
        <p:spPr>
          <a:xfrm xmlns:a="http://schemas.openxmlformats.org/drawingml/2006/main">
            <a:off x="810577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2</a:t>
            </a:r>
          </a:p>
        </p:txBody>
      </p:sp>
      <p:sp>
        <p:nvSpPr>
          <p:cNvPr id="33" name="sa5l">
            <a:extLst xmlns:a="http://schemas.openxmlformats.org/drawingml/2006/main">
              <a:ext uri="{FF2B5EF4-FFF2-40B4-BE49-F238E27FC236}">
                <a16:creationId xmlns:a16="http://schemas.microsoft.com/office/drawing/2014/main" id="{B9EF2C01-1C83-4D83-8547-3BD1FA446136}"/>
              </a:ext>
            </a:extLst>
          </p:cNvPr>
          <p:cNvSpPr>
            <a:spLocks xmlns:a="http://schemas.openxmlformats.org/drawingml/2006/main" noGrp="1"/>
          </p:cNvSpPr>
          <p:nvPr/>
        </p:nvSpPr>
        <p:spPr>
          <a:xfrm xmlns:a="http://schemas.openxmlformats.org/drawingml/2006/main">
            <a:off x="9248775"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4" name="sa5h">
            <a:extLst xmlns:a="http://schemas.openxmlformats.org/drawingml/2006/main">
              <a:ext uri="{FF2B5EF4-FFF2-40B4-BE49-F238E27FC236}">
                <a16:creationId xmlns:a16="http://schemas.microsoft.com/office/drawing/2014/main" id="{573A3579-E8FA-448E-852E-1DCC2DC199E6}"/>
              </a:ext>
            </a:extLst>
          </p:cNvPr>
          <p:cNvSpPr>
            <a:spLocks xmlns:a="http://schemas.openxmlformats.org/drawingml/2006/main" noGrp="1"/>
          </p:cNvSpPr>
          <p:nvPr/>
        </p:nvSpPr>
        <p:spPr>
          <a:xfrm xmlns:a="http://schemas.openxmlformats.org/drawingml/2006/main">
            <a:off x="9344025"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35" name="sq6">
            <a:extLst xmlns:a="http://schemas.openxmlformats.org/drawingml/2006/main">
              <a:ext uri="{FF2B5EF4-FFF2-40B4-BE49-F238E27FC236}">
                <a16:creationId xmlns:a16="http://schemas.microsoft.com/office/drawing/2014/main" id="{1BE249D8-2D9E-4C2B-807C-1FE55150CC01}"/>
              </a:ext>
            </a:extLst>
          </p:cNvPr>
          <p:cNvSpPr>
            <a:spLocks xmlns:a="http://schemas.openxmlformats.org/drawingml/2006/main" noGrp="1"/>
          </p:cNvSpPr>
          <p:nvPr/>
        </p:nvSpPr>
        <p:spPr>
          <a:xfrm xmlns:a="http://schemas.openxmlformats.org/drawingml/2006/main">
            <a:off x="9544050" y="2362200"/>
            <a:ext cx="11239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8D2CB"/>
            </a:solidFill>
            <a:prstDash val="solid"/>
          </a:ln>
        </p:spPr>
      </p:sp>
      <p:sp>
        <p:nvSpPr>
          <p:cNvPr id="36" name="sn6">
            <a:extLst xmlns:a="http://schemas.openxmlformats.org/drawingml/2006/main">
              <a:ext uri="{FF2B5EF4-FFF2-40B4-BE49-F238E27FC236}">
                <a16:creationId xmlns:a16="http://schemas.microsoft.com/office/drawing/2014/main" id="{02A0809E-78DA-4CB8-AD67-4E11E4F15241}"/>
              </a:ext>
            </a:extLst>
          </p:cNvPr>
          <p:cNvSpPr>
            <a:spLocks xmlns:a="http://schemas.openxmlformats.org/drawingml/2006/main" noGrp="1"/>
          </p:cNvSpPr>
          <p:nvPr/>
        </p:nvSpPr>
        <p:spPr>
          <a:xfrm xmlns:a="http://schemas.openxmlformats.org/drawingml/2006/main">
            <a:off x="9544050"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S6</a:t>
            </a:r>
          </a:p>
        </p:txBody>
      </p:sp>
      <p:sp>
        <p:nvSpPr>
          <p:cNvPr id="37" name="sv6">
            <a:extLst xmlns:a="http://schemas.openxmlformats.org/drawingml/2006/main">
              <a:ext uri="{FF2B5EF4-FFF2-40B4-BE49-F238E27FC236}">
                <a16:creationId xmlns:a16="http://schemas.microsoft.com/office/drawing/2014/main" id="{BD4C1837-239B-4FDF-987C-6240CC152172}"/>
              </a:ext>
            </a:extLst>
          </p:cNvPr>
          <p:cNvSpPr>
            <a:spLocks xmlns:a="http://schemas.openxmlformats.org/drawingml/2006/main" noGrp="1"/>
          </p:cNvSpPr>
          <p:nvPr/>
        </p:nvSpPr>
        <p:spPr>
          <a:xfrm xmlns:a="http://schemas.openxmlformats.org/drawingml/2006/main">
            <a:off x="9544050"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8</a:t>
            </a:r>
          </a:p>
        </p:txBody>
      </p:sp>
      <p:sp>
        <p:nvSpPr>
          <p:cNvPr id="38" name="sa6l">
            <a:extLst xmlns:a="http://schemas.openxmlformats.org/drawingml/2006/main">
              <a:ext uri="{FF2B5EF4-FFF2-40B4-BE49-F238E27FC236}">
                <a16:creationId xmlns:a16="http://schemas.microsoft.com/office/drawing/2014/main" id="{D6191508-84B6-480C-9ED5-082C413988D6}"/>
              </a:ext>
            </a:extLst>
          </p:cNvPr>
          <p:cNvSpPr>
            <a:spLocks xmlns:a="http://schemas.openxmlformats.org/drawingml/2006/main" noGrp="1"/>
          </p:cNvSpPr>
          <p:nvPr/>
        </p:nvSpPr>
        <p:spPr>
          <a:xfrm xmlns:a="http://schemas.openxmlformats.org/drawingml/2006/main">
            <a:off x="10687050" y="2800350"/>
            <a:ext cx="1524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9" name="sa6h">
            <a:extLst xmlns:a="http://schemas.openxmlformats.org/drawingml/2006/main">
              <a:ext uri="{FF2B5EF4-FFF2-40B4-BE49-F238E27FC236}">
                <a16:creationId xmlns:a16="http://schemas.microsoft.com/office/drawing/2014/main" id="{59613306-6408-4A5C-A7F8-D2ABFE3790B3}"/>
              </a:ext>
            </a:extLst>
          </p:cNvPr>
          <p:cNvSpPr>
            <a:spLocks xmlns:a="http://schemas.openxmlformats.org/drawingml/2006/main" noGrp="1"/>
          </p:cNvSpPr>
          <p:nvPr/>
        </p:nvSpPr>
        <p:spPr>
          <a:xfrm xmlns:a="http://schemas.openxmlformats.org/drawingml/2006/main">
            <a:off x="10782300" y="272415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40" name="sq7">
            <a:extLst xmlns:a="http://schemas.openxmlformats.org/drawingml/2006/main">
              <a:ext uri="{FF2B5EF4-FFF2-40B4-BE49-F238E27FC236}">
                <a16:creationId xmlns:a16="http://schemas.microsoft.com/office/drawing/2014/main" id="{8D97D718-32C9-4401-BCD7-E218872628A4}"/>
              </a:ext>
            </a:extLst>
          </p:cNvPr>
          <p:cNvSpPr>
            <a:spLocks xmlns:a="http://schemas.openxmlformats.org/drawingml/2006/main" noGrp="1"/>
          </p:cNvSpPr>
          <p:nvPr/>
        </p:nvSpPr>
        <p:spPr>
          <a:xfrm xmlns:a="http://schemas.openxmlformats.org/drawingml/2006/main">
            <a:off x="10982325" y="2362200"/>
            <a:ext cx="1123950" cy="904875"/>
          </a:xfrm>
          <a:prstGeom xmlns:a="http://schemas.openxmlformats.org/drawingml/2006/main" prst="rect">
            <a:avLst/>
          </a:prstGeom>
          <a:solidFill xmlns:a="http://schemas.openxmlformats.org/drawingml/2006/main">
            <a:srgbClr val="FBF2ED"/>
          </a:solidFill>
          <a:ln xmlns:a="http://schemas.openxmlformats.org/drawingml/2006/main" w="9525">
            <a:solidFill>
              <a:srgbClr val="D8D2CB"/>
            </a:solidFill>
            <a:prstDash val="solid"/>
          </a:ln>
        </p:spPr>
      </p:sp>
      <p:sp>
        <p:nvSpPr>
          <p:cNvPr id="41" name="sn7">
            <a:extLst xmlns:a="http://schemas.openxmlformats.org/drawingml/2006/main">
              <a:ext uri="{FF2B5EF4-FFF2-40B4-BE49-F238E27FC236}">
                <a16:creationId xmlns:a16="http://schemas.microsoft.com/office/drawing/2014/main" id="{DE1BE3AB-33E4-422C-B142-9A83A1B54F87}"/>
              </a:ext>
            </a:extLst>
          </p:cNvPr>
          <p:cNvSpPr>
            <a:spLocks xmlns:a="http://schemas.openxmlformats.org/drawingml/2006/main" noGrp="1"/>
          </p:cNvSpPr>
          <p:nvPr/>
        </p:nvSpPr>
        <p:spPr>
          <a:xfrm xmlns:a="http://schemas.openxmlformats.org/drawingml/2006/main">
            <a:off x="10982325" y="24193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6F6A65"/>
                </a:solidFill>
              </a:defRPr>
            </a:pPr>
            <a:r>
              <a:rPr sz="1050" b="1">
                <a:solidFill>
                  <a:srgbClr val="6F6A65"/>
                </a:solidFill>
              </a:rPr>
              <a:t>S7</a:t>
            </a:r>
          </a:p>
        </p:txBody>
      </p:sp>
      <p:sp>
        <p:nvSpPr>
          <p:cNvPr id="42" name="sv7">
            <a:extLst xmlns:a="http://schemas.openxmlformats.org/drawingml/2006/main">
              <a:ext uri="{FF2B5EF4-FFF2-40B4-BE49-F238E27FC236}">
                <a16:creationId xmlns:a16="http://schemas.microsoft.com/office/drawing/2014/main" id="{605B5660-AF4F-4486-9576-EAD7FDADB400}"/>
              </a:ext>
            </a:extLst>
          </p:cNvPr>
          <p:cNvSpPr>
            <a:spLocks xmlns:a="http://schemas.openxmlformats.org/drawingml/2006/main" noGrp="1"/>
          </p:cNvSpPr>
          <p:nvPr/>
        </p:nvSpPr>
        <p:spPr>
          <a:xfrm xmlns:a="http://schemas.openxmlformats.org/drawingml/2006/main">
            <a:off x="10982325" y="2724150"/>
            <a:ext cx="1123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71412"/>
                </a:solidFill>
              </a:defRPr>
            </a:pPr>
            <a:r>
              <a:rPr sz="1875" b="1">
                <a:solidFill>
                  <a:srgbClr val="171412"/>
                </a:solidFill>
              </a:rPr>
              <a:t>CH 4</a:t>
            </a:r>
          </a:p>
        </p:txBody>
      </p:sp>
      <p:sp>
        <p:nvSpPr>
          <p:cNvPr id="43" name="eq">
            <a:extLst xmlns:a="http://schemas.openxmlformats.org/drawingml/2006/main">
              <a:ext uri="{FF2B5EF4-FFF2-40B4-BE49-F238E27FC236}">
                <a16:creationId xmlns:a16="http://schemas.microsoft.com/office/drawing/2014/main" id="{530FEF2D-F089-4AA5-B956-A11F14642943}"/>
              </a:ext>
            </a:extLst>
          </p:cNvPr>
          <p:cNvSpPr>
            <a:spLocks xmlns:a="http://schemas.openxmlformats.org/drawingml/2006/main" noGrp="1"/>
          </p:cNvSpPr>
          <p:nvPr/>
        </p:nvSpPr>
        <p:spPr>
          <a:xfrm xmlns:a="http://schemas.openxmlformats.org/drawingml/2006/main">
            <a:off x="914400" y="3924300"/>
            <a:ext cx="118872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171412"/>
                </a:solidFill>
              </a:defRPr>
            </a:pPr>
            <a:r>
              <a:rPr sz="2025" b="1">
                <a:solidFill>
                  <a:srgbClr val="171412"/>
                </a:solidFill>
              </a:rPr>
              <a:t>hop_sequence = permutation(channel 1..N, xorshift32(seed))</a:t>
            </a:r>
          </a:p>
        </p:txBody>
      </p:sp>
      <p:sp>
        <p:nvSpPr>
          <p:cNvPr id="44" name="vh0">
            <a:extLst xmlns:a="http://schemas.openxmlformats.org/drawingml/2006/main">
              <a:ext uri="{FF2B5EF4-FFF2-40B4-BE49-F238E27FC236}">
                <a16:creationId xmlns:a16="http://schemas.microsoft.com/office/drawing/2014/main" id="{88538272-13F0-4AF4-B229-DD35AA4B278E}"/>
              </a:ext>
            </a:extLst>
          </p:cNvPr>
          <p:cNvSpPr>
            <a:spLocks xmlns:a="http://schemas.openxmlformats.org/drawingml/2006/main" noGrp="1"/>
          </p:cNvSpPr>
          <p:nvPr/>
        </p:nvSpPr>
        <p:spPr>
          <a:xfrm xmlns:a="http://schemas.openxmlformats.org/drawingml/2006/main">
            <a:off x="914400" y="49530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84308"/>
                </a:solidFill>
              </a:defRPr>
            </a:pPr>
            <a:r>
              <a:rPr sz="2550" b="1">
                <a:solidFill>
                  <a:srgbClr val="C84308"/>
                </a:solidFill>
              </a:rPr>
              <a:t>300 ms</a:t>
            </a:r>
          </a:p>
        </p:txBody>
      </p:sp>
      <p:sp>
        <p:nvSpPr>
          <p:cNvPr id="45" name="vb0">
            <a:extLst xmlns:a="http://schemas.openxmlformats.org/drawingml/2006/main">
              <a:ext uri="{FF2B5EF4-FFF2-40B4-BE49-F238E27FC236}">
                <a16:creationId xmlns:a16="http://schemas.microsoft.com/office/drawing/2014/main" id="{69588022-D445-4797-A65E-D49AF5ADC8E2}"/>
              </a:ext>
            </a:extLst>
          </p:cNvPr>
          <p:cNvSpPr>
            <a:spLocks xmlns:a="http://schemas.openxmlformats.org/drawingml/2006/main" noGrp="1"/>
          </p:cNvSpPr>
          <p:nvPr/>
        </p:nvSpPr>
        <p:spPr>
          <a:xfrm xmlns:a="http://schemas.openxmlformats.org/drawingml/2006/main">
            <a:off x="914400" y="5543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F6A65"/>
                </a:solidFill>
              </a:defRPr>
            </a:pPr>
            <a:r>
              <a:rPr sz="1350" b="0">
                <a:solidFill>
                  <a:srgbClr val="6F6A65"/>
                </a:solidFill>
              </a:rPr>
              <a:t>한 채널을 유지하는 슬롯</a:t>
            </a:r>
          </a:p>
        </p:txBody>
      </p:sp>
      <p:sp>
        <p:nvSpPr>
          <p:cNvPr id="46" name="vh1">
            <a:extLst xmlns:a="http://schemas.openxmlformats.org/drawingml/2006/main">
              <a:ext uri="{FF2B5EF4-FFF2-40B4-BE49-F238E27FC236}">
                <a16:creationId xmlns:a16="http://schemas.microsoft.com/office/drawing/2014/main" id="{F387358E-081E-4CFD-8981-61F44DC33A96}"/>
              </a:ext>
            </a:extLst>
          </p:cNvPr>
          <p:cNvSpPr>
            <a:spLocks xmlns:a="http://schemas.openxmlformats.org/drawingml/2006/main" noGrp="1"/>
          </p:cNvSpPr>
          <p:nvPr/>
        </p:nvSpPr>
        <p:spPr>
          <a:xfrm xmlns:a="http://schemas.openxmlformats.org/drawingml/2006/main">
            <a:off x="4876800" y="49530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84308"/>
                </a:solidFill>
              </a:defRPr>
            </a:pPr>
            <a:r>
              <a:rPr sz="2550" b="1">
                <a:solidFill>
                  <a:srgbClr val="C84308"/>
                </a:solidFill>
              </a:rPr>
              <a:t>5 ms</a:t>
            </a:r>
          </a:p>
        </p:txBody>
      </p:sp>
      <p:sp>
        <p:nvSpPr>
          <p:cNvPr id="47" name="vb1">
            <a:extLst xmlns:a="http://schemas.openxmlformats.org/drawingml/2006/main">
              <a:ext uri="{FF2B5EF4-FFF2-40B4-BE49-F238E27FC236}">
                <a16:creationId xmlns:a16="http://schemas.microsoft.com/office/drawing/2014/main" id="{0B5FAF74-6913-46AC-BF5B-5ECE4D30535D}"/>
              </a:ext>
            </a:extLst>
          </p:cNvPr>
          <p:cNvSpPr>
            <a:spLocks xmlns:a="http://schemas.openxmlformats.org/drawingml/2006/main" noGrp="1"/>
          </p:cNvSpPr>
          <p:nvPr/>
        </p:nvSpPr>
        <p:spPr>
          <a:xfrm xmlns:a="http://schemas.openxmlformats.org/drawingml/2006/main">
            <a:off x="4876800" y="5543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F6A65"/>
                </a:solidFill>
              </a:defRPr>
            </a:pPr>
            <a:r>
              <a:rPr sz="1350" b="0">
                <a:solidFill>
                  <a:srgbClr val="6F6A65"/>
                </a:solidFill>
              </a:rPr>
              <a:t>채널 전환 guard time</a:t>
            </a:r>
          </a:p>
        </p:txBody>
      </p:sp>
      <p:sp>
        <p:nvSpPr>
          <p:cNvPr id="48" name="vh2">
            <a:extLst xmlns:a="http://schemas.openxmlformats.org/drawingml/2006/main">
              <a:ext uri="{FF2B5EF4-FFF2-40B4-BE49-F238E27FC236}">
                <a16:creationId xmlns:a16="http://schemas.microsoft.com/office/drawing/2014/main" id="{32CB67FE-CFDD-478A-95FA-1C534A9AEE53}"/>
              </a:ext>
            </a:extLst>
          </p:cNvPr>
          <p:cNvSpPr>
            <a:spLocks xmlns:a="http://schemas.openxmlformats.org/drawingml/2006/main" noGrp="1"/>
          </p:cNvSpPr>
          <p:nvPr/>
        </p:nvSpPr>
        <p:spPr>
          <a:xfrm xmlns:a="http://schemas.openxmlformats.org/drawingml/2006/main">
            <a:off x="8839200" y="4953000"/>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C84308"/>
                </a:solidFill>
              </a:defRPr>
            </a:pPr>
            <a:r>
              <a:rPr sz="2550" b="1">
                <a:solidFill>
                  <a:srgbClr val="C84308"/>
                </a:solidFill>
              </a:rPr>
              <a:t>CH 1</a:t>
            </a:r>
          </a:p>
        </p:txBody>
      </p:sp>
      <p:sp>
        <p:nvSpPr>
          <p:cNvPr id="49" name="vb2">
            <a:extLst xmlns:a="http://schemas.openxmlformats.org/drawingml/2006/main">
              <a:ext uri="{FF2B5EF4-FFF2-40B4-BE49-F238E27FC236}">
                <a16:creationId xmlns:a16="http://schemas.microsoft.com/office/drawing/2014/main" id="{DB53F813-09CA-4B10-8C9F-211D34A86F20}"/>
              </a:ext>
            </a:extLst>
          </p:cNvPr>
          <p:cNvSpPr>
            <a:spLocks xmlns:a="http://schemas.openxmlformats.org/drawingml/2006/main" noGrp="1"/>
          </p:cNvSpPr>
          <p:nvPr/>
        </p:nvSpPr>
        <p:spPr>
          <a:xfrm xmlns:a="http://schemas.openxmlformats.org/drawingml/2006/main">
            <a:off x="8839200" y="554355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F6A65"/>
                </a:solidFill>
              </a:defRPr>
            </a:pPr>
            <a:r>
              <a:rPr sz="1350" b="0">
                <a:solidFill>
                  <a:srgbClr val="6F6A65"/>
                </a:solidFill>
              </a:rPr>
              <a:t>초기 접속·동기 상실 시 rendezvous</a:t>
            </a:r>
          </a:p>
        </p:txBody>
      </p:sp>
      <p:sp>
        <p:nvSpPr>
          <p:cNvPr id="50" name="warn">
            <a:extLst xmlns:a="http://schemas.openxmlformats.org/drawingml/2006/main">
              <a:ext uri="{FF2B5EF4-FFF2-40B4-BE49-F238E27FC236}">
                <a16:creationId xmlns:a16="http://schemas.microsoft.com/office/drawing/2014/main" id="{EEA86337-2331-481F-AB09-2A0AEC3F9541}"/>
              </a:ext>
            </a:extLst>
          </p:cNvPr>
          <p:cNvSpPr>
            <a:spLocks xmlns:a="http://schemas.openxmlformats.org/drawingml/2006/main" noGrp="1"/>
          </p:cNvSpPr>
          <p:nvPr/>
        </p:nvSpPr>
        <p:spPr>
          <a:xfrm xmlns:a="http://schemas.openxmlformats.org/drawingml/2006/main">
            <a:off x="914400" y="6419850"/>
            <a:ext cx="11887200" cy="47625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51" name="warn-t">
            <a:extLst xmlns:a="http://schemas.openxmlformats.org/drawingml/2006/main">
              <a:ext uri="{FF2B5EF4-FFF2-40B4-BE49-F238E27FC236}">
                <a16:creationId xmlns:a16="http://schemas.microsoft.com/office/drawing/2014/main" id="{851C8C37-6DF6-439F-86E9-80F0CA19199C}"/>
              </a:ext>
            </a:extLst>
          </p:cNvPr>
          <p:cNvSpPr>
            <a:spLocks xmlns:a="http://schemas.openxmlformats.org/drawingml/2006/main" noGrp="1"/>
          </p:cNvSpPr>
          <p:nvPr/>
        </p:nvSpPr>
        <p:spPr>
          <a:xfrm xmlns:a="http://schemas.openxmlformats.org/drawingml/2006/main">
            <a:off x="1143000" y="6419850"/>
            <a:ext cx="11430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C84308"/>
                </a:solidFill>
              </a:defRPr>
            </a:pPr>
            <a:r>
              <a:rPr sz="1350" b="1">
                <a:solidFill>
                  <a:srgbClr val="C84308"/>
                </a:solidFill>
              </a:rPr>
              <a:t>xorshift32는 암호화가 아니라, 양쪽의 결정적 채널 순서를 맞추기 위한 알고리즘</a:t>
            </a:r>
          </a:p>
        </p:txBody>
      </p:sp>
    </p:spTree>
    <p:extLst>
      <p:ext uri="{BB962C8B-B14F-4D97-AF65-F5344CB8AC3E}">
        <p14:creationId xmlns:p14="http://schemas.microsoft.com/office/powerpoint/2010/main" val="13210619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eyebrow">
            <a:extLst xmlns:a="http://schemas.openxmlformats.org/drawingml/2006/main">
              <a:ext uri="{FF2B5EF4-FFF2-40B4-BE49-F238E27FC236}">
                <a16:creationId xmlns:a16="http://schemas.microsoft.com/office/drawing/2014/main" id="{8920EB4D-DD44-49A0-903C-BA664E5089C3}"/>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07 · SYNCHRONIZATION</a:t>
            </a:r>
          </a:p>
        </p:txBody>
      </p:sp>
      <p:sp>
        <p:nvSpPr>
          <p:cNvPr id="2" name="title">
            <a:extLst xmlns:a="http://schemas.openxmlformats.org/drawingml/2006/main">
              <a:ext uri="{FF2B5EF4-FFF2-40B4-BE49-F238E27FC236}">
                <a16:creationId xmlns:a16="http://schemas.microsoft.com/office/drawing/2014/main" id="{A651E6E5-4FA5-4F09-8133-0F1246FF1096}"/>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MASTER의 SYNC로 시간 오차를 보정하고 다시 합류</a:t>
            </a:r>
          </a:p>
        </p:txBody>
      </p:sp>
      <p:sp>
        <p:nvSpPr>
          <p:cNvPr id="3" name="footer">
            <a:extLst xmlns:a="http://schemas.openxmlformats.org/drawingml/2006/main">
              <a:ext uri="{FF2B5EF4-FFF2-40B4-BE49-F238E27FC236}">
                <a16:creationId xmlns:a16="http://schemas.microsoft.com/office/drawing/2014/main" id="{2E14B5DE-FE98-4827-A00E-04EF19FB86E9}"/>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F2DA39B1-8FE6-469A-A443-C1F8867F1F2A}"/>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08</a:t>
            </a:r>
          </a:p>
        </p:txBody>
      </p:sp>
      <p:sp>
        <p:nvSpPr>
          <p:cNvPr id="5" name="st0">
            <a:extLst xmlns:a="http://schemas.openxmlformats.org/drawingml/2006/main">
              <a:ext uri="{FF2B5EF4-FFF2-40B4-BE49-F238E27FC236}">
                <a16:creationId xmlns:a16="http://schemas.microsoft.com/office/drawing/2014/main" id="{A7801BF8-DCAC-4767-9042-E1E34F7FEC51}"/>
              </a:ext>
            </a:extLst>
          </p:cNvPr>
          <p:cNvSpPr>
            <a:spLocks xmlns:a="http://schemas.openxmlformats.org/drawingml/2006/main" noGrp="1"/>
          </p:cNvSpPr>
          <p:nvPr/>
        </p:nvSpPr>
        <p:spPr>
          <a:xfrm xmlns:a="http://schemas.openxmlformats.org/drawingml/2006/main">
            <a:off x="723900" y="2238375"/>
            <a:ext cx="2095500" cy="176212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sth0">
            <a:extLst xmlns:a="http://schemas.openxmlformats.org/drawingml/2006/main">
              <a:ext uri="{FF2B5EF4-FFF2-40B4-BE49-F238E27FC236}">
                <a16:creationId xmlns:a16="http://schemas.microsoft.com/office/drawing/2014/main" id="{781EABAA-B95D-4CDB-9694-72EEBD20F74C}"/>
              </a:ext>
            </a:extLst>
          </p:cNvPr>
          <p:cNvSpPr>
            <a:spLocks xmlns:a="http://schemas.openxmlformats.org/drawingml/2006/main" noGrp="1"/>
          </p:cNvSpPr>
          <p:nvPr/>
        </p:nvSpPr>
        <p:spPr>
          <a:xfrm xmlns:a="http://schemas.openxmlformats.org/drawingml/2006/main">
            <a:off x="866775"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CONFIG</a:t>
            </a:r>
          </a:p>
        </p:txBody>
      </p:sp>
      <p:sp>
        <p:nvSpPr>
          <p:cNvPr id="7" name="stb0">
            <a:extLst xmlns:a="http://schemas.openxmlformats.org/drawingml/2006/main">
              <a:ext uri="{FF2B5EF4-FFF2-40B4-BE49-F238E27FC236}">
                <a16:creationId xmlns:a16="http://schemas.microsoft.com/office/drawing/2014/main" id="{78CE2F57-9655-4E98-B55A-2FD57B5E1995}"/>
              </a:ext>
            </a:extLst>
          </p:cNvPr>
          <p:cNvSpPr>
            <a:spLocks xmlns:a="http://schemas.openxmlformats.org/drawingml/2006/main" noGrp="1"/>
          </p:cNvSpPr>
          <p:nvPr/>
        </p:nvSpPr>
        <p:spPr>
          <a:xfrm xmlns:a="http://schemas.openxmlformats.org/drawingml/2006/main">
            <a:off x="866775"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seed · generation</a:t>
            </a:r>
          </a:p>
          <a:p xmlns:a="http://schemas.openxmlformats.org/drawingml/2006/main">
            <a:pPr algn="ctr">
              <a:defRPr sz="1200" b="0">
                <a:solidFill>
                  <a:srgbClr val="6F6A65"/>
                </a:solidFill>
              </a:defRPr>
            </a:pPr>
            <a:r>
              <a:rPr sz="1200" b="0">
                <a:solidFill>
                  <a:srgbClr val="6F6A65"/>
                </a:solidFill>
              </a:rPr>
              <a:t>slot_us 저장</a:t>
            </a:r>
          </a:p>
        </p:txBody>
      </p:sp>
      <p:sp>
        <p:nvSpPr>
          <p:cNvPr id="8" name="sta0l">
            <a:extLst xmlns:a="http://schemas.openxmlformats.org/drawingml/2006/main">
              <a:ext uri="{FF2B5EF4-FFF2-40B4-BE49-F238E27FC236}">
                <a16:creationId xmlns:a16="http://schemas.microsoft.com/office/drawing/2014/main" id="{EDE09F98-84A0-494E-952D-5A1D85728BE6}"/>
              </a:ext>
            </a:extLst>
          </p:cNvPr>
          <p:cNvSpPr>
            <a:spLocks xmlns:a="http://schemas.openxmlformats.org/drawingml/2006/main" noGrp="1"/>
          </p:cNvSpPr>
          <p:nvPr/>
        </p:nvSpPr>
        <p:spPr>
          <a:xfrm xmlns:a="http://schemas.openxmlformats.org/drawingml/2006/main">
            <a:off x="2838450"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sta0h">
            <a:extLst xmlns:a="http://schemas.openxmlformats.org/drawingml/2006/main">
              <a:ext uri="{FF2B5EF4-FFF2-40B4-BE49-F238E27FC236}">
                <a16:creationId xmlns:a16="http://schemas.microsoft.com/office/drawing/2014/main" id="{A3E93CAF-F942-4397-B46A-1428DE199C37}"/>
              </a:ext>
            </a:extLst>
          </p:cNvPr>
          <p:cNvSpPr>
            <a:spLocks xmlns:a="http://schemas.openxmlformats.org/drawingml/2006/main" noGrp="1"/>
          </p:cNvSpPr>
          <p:nvPr/>
        </p:nvSpPr>
        <p:spPr>
          <a:xfrm xmlns:a="http://schemas.openxmlformats.org/drawingml/2006/main">
            <a:off x="3076575"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st1">
            <a:extLst xmlns:a="http://schemas.openxmlformats.org/drawingml/2006/main">
              <a:ext uri="{FF2B5EF4-FFF2-40B4-BE49-F238E27FC236}">
                <a16:creationId xmlns:a16="http://schemas.microsoft.com/office/drawing/2014/main" id="{EC4AEFC6-6DB7-4E73-A9E4-0C17FC47FB83}"/>
              </a:ext>
            </a:extLst>
          </p:cNvPr>
          <p:cNvSpPr>
            <a:spLocks xmlns:a="http://schemas.openxmlformats.org/drawingml/2006/main" noGrp="1"/>
          </p:cNvSpPr>
          <p:nvPr/>
        </p:nvSpPr>
        <p:spPr>
          <a:xfrm xmlns:a="http://schemas.openxmlformats.org/drawingml/2006/main">
            <a:off x="3267075" y="2238375"/>
            <a:ext cx="2095500" cy="176212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1" name="sth1">
            <a:extLst xmlns:a="http://schemas.openxmlformats.org/drawingml/2006/main">
              <a:ext uri="{FF2B5EF4-FFF2-40B4-BE49-F238E27FC236}">
                <a16:creationId xmlns:a16="http://schemas.microsoft.com/office/drawing/2014/main" id="{E3FB7BC6-73FB-4147-B8BC-AECD8611C714}"/>
              </a:ext>
            </a:extLst>
          </p:cNvPr>
          <p:cNvSpPr>
            <a:spLocks xmlns:a="http://schemas.openxmlformats.org/drawingml/2006/main" noGrp="1"/>
          </p:cNvSpPr>
          <p:nvPr/>
        </p:nvSpPr>
        <p:spPr>
          <a:xfrm xmlns:a="http://schemas.openxmlformats.org/drawingml/2006/main">
            <a:off x="3409950"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ACTIVATE</a:t>
            </a:r>
          </a:p>
        </p:txBody>
      </p:sp>
      <p:sp>
        <p:nvSpPr>
          <p:cNvPr id="12" name="stb1">
            <a:extLst xmlns:a="http://schemas.openxmlformats.org/drawingml/2006/main">
              <a:ext uri="{FF2B5EF4-FFF2-40B4-BE49-F238E27FC236}">
                <a16:creationId xmlns:a16="http://schemas.microsoft.com/office/drawing/2014/main" id="{0E6877A2-BA43-436A-AAAC-2C021FFF3F6C}"/>
              </a:ext>
            </a:extLst>
          </p:cNvPr>
          <p:cNvSpPr>
            <a:spLocks xmlns:a="http://schemas.openxmlformats.org/drawingml/2006/main" noGrp="1"/>
          </p:cNvSpPr>
          <p:nvPr/>
        </p:nvSpPr>
        <p:spPr>
          <a:xfrm xmlns:a="http://schemas.openxmlformats.org/drawingml/2006/main">
            <a:off x="3409950"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대기 설정을</a:t>
            </a:r>
          </a:p>
          <a:p xmlns:a="http://schemas.openxmlformats.org/drawingml/2006/main">
            <a:pPr algn="ctr">
              <a:defRPr sz="1200" b="0">
                <a:solidFill>
                  <a:srgbClr val="6F6A65"/>
                </a:solidFill>
              </a:defRPr>
            </a:pPr>
            <a:r>
              <a:rPr sz="1200" b="0">
                <a:solidFill>
                  <a:srgbClr val="6F6A65"/>
                </a:solidFill>
              </a:rPr>
              <a:t>활성 설정으로 전환</a:t>
            </a:r>
          </a:p>
        </p:txBody>
      </p:sp>
      <p:sp>
        <p:nvSpPr>
          <p:cNvPr id="13" name="sta1l">
            <a:extLst xmlns:a="http://schemas.openxmlformats.org/drawingml/2006/main">
              <a:ext uri="{FF2B5EF4-FFF2-40B4-BE49-F238E27FC236}">
                <a16:creationId xmlns:a16="http://schemas.microsoft.com/office/drawing/2014/main" id="{F0C07A75-8AE2-49C3-925F-8B9241323AFF}"/>
              </a:ext>
            </a:extLst>
          </p:cNvPr>
          <p:cNvSpPr>
            <a:spLocks xmlns:a="http://schemas.openxmlformats.org/drawingml/2006/main" noGrp="1"/>
          </p:cNvSpPr>
          <p:nvPr/>
        </p:nvSpPr>
        <p:spPr>
          <a:xfrm xmlns:a="http://schemas.openxmlformats.org/drawingml/2006/main">
            <a:off x="5381625"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sta1h">
            <a:extLst xmlns:a="http://schemas.openxmlformats.org/drawingml/2006/main">
              <a:ext uri="{FF2B5EF4-FFF2-40B4-BE49-F238E27FC236}">
                <a16:creationId xmlns:a16="http://schemas.microsoft.com/office/drawing/2014/main" id="{50621C26-027E-4684-A8A6-11B0B0826BE5}"/>
              </a:ext>
            </a:extLst>
          </p:cNvPr>
          <p:cNvSpPr>
            <a:spLocks xmlns:a="http://schemas.openxmlformats.org/drawingml/2006/main" noGrp="1"/>
          </p:cNvSpPr>
          <p:nvPr/>
        </p:nvSpPr>
        <p:spPr>
          <a:xfrm xmlns:a="http://schemas.openxmlformats.org/drawingml/2006/main">
            <a:off x="5619750"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st2">
            <a:extLst xmlns:a="http://schemas.openxmlformats.org/drawingml/2006/main">
              <a:ext uri="{FF2B5EF4-FFF2-40B4-BE49-F238E27FC236}">
                <a16:creationId xmlns:a16="http://schemas.microsoft.com/office/drawing/2014/main" id="{D22B4298-EAF5-467A-8954-C2868C70C31F}"/>
              </a:ext>
            </a:extLst>
          </p:cNvPr>
          <p:cNvSpPr>
            <a:spLocks xmlns:a="http://schemas.openxmlformats.org/drawingml/2006/main" noGrp="1"/>
          </p:cNvSpPr>
          <p:nvPr/>
        </p:nvSpPr>
        <p:spPr>
          <a:xfrm xmlns:a="http://schemas.openxmlformats.org/drawingml/2006/main">
            <a:off x="5810250" y="2238375"/>
            <a:ext cx="2095500" cy="176212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6" name="sth2">
            <a:extLst xmlns:a="http://schemas.openxmlformats.org/drawingml/2006/main">
              <a:ext uri="{FF2B5EF4-FFF2-40B4-BE49-F238E27FC236}">
                <a16:creationId xmlns:a16="http://schemas.microsoft.com/office/drawing/2014/main" id="{54E2E881-DDCF-4055-A9B4-78E083D293F8}"/>
              </a:ext>
            </a:extLst>
          </p:cNvPr>
          <p:cNvSpPr>
            <a:spLocks xmlns:a="http://schemas.openxmlformats.org/drawingml/2006/main" noGrp="1"/>
          </p:cNvSpPr>
          <p:nvPr/>
        </p:nvSpPr>
        <p:spPr>
          <a:xfrm xmlns:a="http://schemas.openxmlformats.org/drawingml/2006/main">
            <a:off x="5953125"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SYNC ACQUIRED</a:t>
            </a:r>
          </a:p>
        </p:txBody>
      </p:sp>
      <p:sp>
        <p:nvSpPr>
          <p:cNvPr id="17" name="stb2">
            <a:extLst xmlns:a="http://schemas.openxmlformats.org/drawingml/2006/main">
              <a:ext uri="{FF2B5EF4-FFF2-40B4-BE49-F238E27FC236}">
                <a16:creationId xmlns:a16="http://schemas.microsoft.com/office/drawing/2014/main" id="{AF01F579-0EE6-43B3-B144-35A7077E0BB9}"/>
              </a:ext>
            </a:extLst>
          </p:cNvPr>
          <p:cNvSpPr>
            <a:spLocks xmlns:a="http://schemas.openxmlformats.org/drawingml/2006/main" noGrp="1"/>
          </p:cNvSpPr>
          <p:nvPr/>
        </p:nvSpPr>
        <p:spPr>
          <a:xfrm xmlns:a="http://schemas.openxmlformats.org/drawingml/2006/main">
            <a:off x="5953125"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CH 1에서 SYNC 수신</a:t>
            </a:r>
          </a:p>
          <a:p xmlns:a="http://schemas.openxmlformats.org/drawingml/2006/main">
            <a:pPr algn="ctr">
              <a:defRPr sz="1200" b="0">
                <a:solidFill>
                  <a:srgbClr val="6F6A65"/>
                </a:solidFill>
              </a:defRPr>
            </a:pPr>
            <a:r>
              <a:rPr sz="1200" b="0">
                <a:solidFill>
                  <a:srgbClr val="6F6A65"/>
                </a:solidFill>
              </a:rPr>
              <a:t>slot 기준 계산</a:t>
            </a:r>
          </a:p>
        </p:txBody>
      </p:sp>
      <p:sp>
        <p:nvSpPr>
          <p:cNvPr id="18" name="sta2l">
            <a:extLst xmlns:a="http://schemas.openxmlformats.org/drawingml/2006/main">
              <a:ext uri="{FF2B5EF4-FFF2-40B4-BE49-F238E27FC236}">
                <a16:creationId xmlns:a16="http://schemas.microsoft.com/office/drawing/2014/main" id="{902553A3-679F-44FA-9487-FA738AF05871}"/>
              </a:ext>
            </a:extLst>
          </p:cNvPr>
          <p:cNvSpPr>
            <a:spLocks xmlns:a="http://schemas.openxmlformats.org/drawingml/2006/main" noGrp="1"/>
          </p:cNvSpPr>
          <p:nvPr/>
        </p:nvSpPr>
        <p:spPr>
          <a:xfrm xmlns:a="http://schemas.openxmlformats.org/drawingml/2006/main">
            <a:off x="7924800"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sta2h">
            <a:extLst xmlns:a="http://schemas.openxmlformats.org/drawingml/2006/main">
              <a:ext uri="{FF2B5EF4-FFF2-40B4-BE49-F238E27FC236}">
                <a16:creationId xmlns:a16="http://schemas.microsoft.com/office/drawing/2014/main" id="{05DD7ECB-B3C5-4526-B69F-8A454CB47A92}"/>
              </a:ext>
            </a:extLst>
          </p:cNvPr>
          <p:cNvSpPr>
            <a:spLocks xmlns:a="http://schemas.openxmlformats.org/drawingml/2006/main" noGrp="1"/>
          </p:cNvSpPr>
          <p:nvPr/>
        </p:nvSpPr>
        <p:spPr>
          <a:xfrm xmlns:a="http://schemas.openxmlformats.org/drawingml/2006/main">
            <a:off x="8162925"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st3">
            <a:extLst xmlns:a="http://schemas.openxmlformats.org/drawingml/2006/main">
              <a:ext uri="{FF2B5EF4-FFF2-40B4-BE49-F238E27FC236}">
                <a16:creationId xmlns:a16="http://schemas.microsoft.com/office/drawing/2014/main" id="{0EFE769A-FE22-473A-AEB4-6591A9575B70}"/>
              </a:ext>
            </a:extLst>
          </p:cNvPr>
          <p:cNvSpPr>
            <a:spLocks xmlns:a="http://schemas.openxmlformats.org/drawingml/2006/main" noGrp="1"/>
          </p:cNvSpPr>
          <p:nvPr/>
        </p:nvSpPr>
        <p:spPr>
          <a:xfrm xmlns:a="http://schemas.openxmlformats.org/drawingml/2006/main">
            <a:off x="8353425" y="2238375"/>
            <a:ext cx="2095500" cy="1762125"/>
          </a:xfrm>
          <a:prstGeom xmlns:a="http://schemas.openxmlformats.org/drawingml/2006/main" prst="rect">
            <a:avLst/>
          </a:prstGeom>
          <a:solidFill xmlns:a="http://schemas.openxmlformats.org/drawingml/2006/main">
            <a:srgbClr val="EEF7F2"/>
          </a:solidFill>
          <a:ln xmlns:a="http://schemas.openxmlformats.org/drawingml/2006/main" w="11430">
            <a:solidFill>
              <a:srgbClr val="237A57"/>
            </a:solidFill>
            <a:prstDash val="solid"/>
          </a:ln>
        </p:spPr>
      </p:sp>
      <p:sp>
        <p:nvSpPr>
          <p:cNvPr id="21" name="sth3">
            <a:extLst xmlns:a="http://schemas.openxmlformats.org/drawingml/2006/main">
              <a:ext uri="{FF2B5EF4-FFF2-40B4-BE49-F238E27FC236}">
                <a16:creationId xmlns:a16="http://schemas.microsoft.com/office/drawing/2014/main" id="{F479B8BF-814A-40DC-91B5-01BBB6D6AF04}"/>
              </a:ext>
            </a:extLst>
          </p:cNvPr>
          <p:cNvSpPr>
            <a:spLocks xmlns:a="http://schemas.openxmlformats.org/drawingml/2006/main" noGrp="1"/>
          </p:cNvSpPr>
          <p:nvPr/>
        </p:nvSpPr>
        <p:spPr>
          <a:xfrm xmlns:a="http://schemas.openxmlformats.org/drawingml/2006/main">
            <a:off x="8496300"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37A57"/>
                </a:solidFill>
              </a:defRPr>
            </a:pPr>
            <a:r>
              <a:rPr sz="1350" b="1">
                <a:solidFill>
                  <a:srgbClr val="237A57"/>
                </a:solidFill>
              </a:rPr>
              <a:t>TRACKING</a:t>
            </a:r>
          </a:p>
        </p:txBody>
      </p:sp>
      <p:sp>
        <p:nvSpPr>
          <p:cNvPr id="22" name="stb3">
            <a:extLst xmlns:a="http://schemas.openxmlformats.org/drawingml/2006/main">
              <a:ext uri="{FF2B5EF4-FFF2-40B4-BE49-F238E27FC236}">
                <a16:creationId xmlns:a16="http://schemas.microsoft.com/office/drawing/2014/main" id="{5F55BF25-524D-4CCA-BCB3-CBEBD9304743}"/>
              </a:ext>
            </a:extLst>
          </p:cNvPr>
          <p:cNvSpPr>
            <a:spLocks xmlns:a="http://schemas.openxmlformats.org/drawingml/2006/main" noGrp="1"/>
          </p:cNvSpPr>
          <p:nvPr/>
        </p:nvSpPr>
        <p:spPr>
          <a:xfrm xmlns:a="http://schemas.openxmlformats.org/drawingml/2006/main">
            <a:off x="8496300"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매 슬롯 SYNC로</a:t>
            </a:r>
          </a:p>
          <a:p xmlns:a="http://schemas.openxmlformats.org/drawingml/2006/main">
            <a:pPr algn="ctr">
              <a:defRPr sz="1200" b="0">
                <a:solidFill>
                  <a:srgbClr val="6F6A65"/>
                </a:solidFill>
              </a:defRPr>
            </a:pPr>
            <a:r>
              <a:rPr sz="1200" b="0">
                <a:solidFill>
                  <a:srgbClr val="6F6A65"/>
                </a:solidFill>
              </a:rPr>
              <a:t>시간 오차 보정</a:t>
            </a:r>
          </a:p>
        </p:txBody>
      </p:sp>
      <p:sp>
        <p:nvSpPr>
          <p:cNvPr id="23" name="sta3l">
            <a:extLst xmlns:a="http://schemas.openxmlformats.org/drawingml/2006/main">
              <a:ext uri="{FF2B5EF4-FFF2-40B4-BE49-F238E27FC236}">
                <a16:creationId xmlns:a16="http://schemas.microsoft.com/office/drawing/2014/main" id="{0A7E7511-AC77-4177-83FF-A6E3DE09C898}"/>
              </a:ext>
            </a:extLst>
          </p:cNvPr>
          <p:cNvSpPr>
            <a:spLocks xmlns:a="http://schemas.openxmlformats.org/drawingml/2006/main" noGrp="1"/>
          </p:cNvSpPr>
          <p:nvPr/>
        </p:nvSpPr>
        <p:spPr>
          <a:xfrm xmlns:a="http://schemas.openxmlformats.org/drawingml/2006/main">
            <a:off x="10467975" y="3114675"/>
            <a:ext cx="295275"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sta3h">
            <a:extLst xmlns:a="http://schemas.openxmlformats.org/drawingml/2006/main">
              <a:ext uri="{FF2B5EF4-FFF2-40B4-BE49-F238E27FC236}">
                <a16:creationId xmlns:a16="http://schemas.microsoft.com/office/drawing/2014/main" id="{319FA89E-EB03-483B-B208-6003E1B51BE7}"/>
              </a:ext>
            </a:extLst>
          </p:cNvPr>
          <p:cNvSpPr>
            <a:spLocks xmlns:a="http://schemas.openxmlformats.org/drawingml/2006/main" noGrp="1"/>
          </p:cNvSpPr>
          <p:nvPr/>
        </p:nvSpPr>
        <p:spPr>
          <a:xfrm xmlns:a="http://schemas.openxmlformats.org/drawingml/2006/main">
            <a:off x="10706100" y="30384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st4">
            <a:extLst xmlns:a="http://schemas.openxmlformats.org/drawingml/2006/main">
              <a:ext uri="{FF2B5EF4-FFF2-40B4-BE49-F238E27FC236}">
                <a16:creationId xmlns:a16="http://schemas.microsoft.com/office/drawing/2014/main" id="{6A2710C7-948B-4C32-A028-7133FA3E3A58}"/>
              </a:ext>
            </a:extLst>
          </p:cNvPr>
          <p:cNvSpPr>
            <a:spLocks xmlns:a="http://schemas.openxmlformats.org/drawingml/2006/main" noGrp="1"/>
          </p:cNvSpPr>
          <p:nvPr/>
        </p:nvSpPr>
        <p:spPr>
          <a:xfrm xmlns:a="http://schemas.openxmlformats.org/drawingml/2006/main">
            <a:off x="10896600" y="2238375"/>
            <a:ext cx="2095500" cy="1762125"/>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26" name="sth4">
            <a:extLst xmlns:a="http://schemas.openxmlformats.org/drawingml/2006/main">
              <a:ext uri="{FF2B5EF4-FFF2-40B4-BE49-F238E27FC236}">
                <a16:creationId xmlns:a16="http://schemas.microsoft.com/office/drawing/2014/main" id="{41C388EE-231C-4B17-BAC6-9DB5C37612A2}"/>
              </a:ext>
            </a:extLst>
          </p:cNvPr>
          <p:cNvSpPr>
            <a:spLocks xmlns:a="http://schemas.openxmlformats.org/drawingml/2006/main" noGrp="1"/>
          </p:cNvSpPr>
          <p:nvPr/>
        </p:nvSpPr>
        <p:spPr>
          <a:xfrm xmlns:a="http://schemas.openxmlformats.org/drawingml/2006/main">
            <a:off x="11039475" y="24288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C84308"/>
                </a:solidFill>
              </a:defRPr>
            </a:pPr>
            <a:r>
              <a:rPr sz="1350" b="1">
                <a:solidFill>
                  <a:srgbClr val="C84308"/>
                </a:solidFill>
              </a:rPr>
              <a:t>RECOVERY</a:t>
            </a:r>
          </a:p>
        </p:txBody>
      </p:sp>
      <p:sp>
        <p:nvSpPr>
          <p:cNvPr id="27" name="stb4">
            <a:extLst xmlns:a="http://schemas.openxmlformats.org/drawingml/2006/main">
              <a:ext uri="{FF2B5EF4-FFF2-40B4-BE49-F238E27FC236}">
                <a16:creationId xmlns:a16="http://schemas.microsoft.com/office/drawing/2014/main" id="{1B842245-7C80-42E0-8493-671038ADBD94}"/>
              </a:ext>
            </a:extLst>
          </p:cNvPr>
          <p:cNvSpPr>
            <a:spLocks xmlns:a="http://schemas.openxmlformats.org/drawingml/2006/main" noGrp="1"/>
          </p:cNvSpPr>
          <p:nvPr/>
        </p:nvSpPr>
        <p:spPr>
          <a:xfrm xmlns:a="http://schemas.openxmlformats.org/drawingml/2006/main">
            <a:off x="11039475" y="31432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miss 누적 시 CH 1</a:t>
            </a:r>
          </a:p>
          <a:p xmlns:a="http://schemas.openxmlformats.org/drawingml/2006/main">
            <a:pPr algn="ctr">
              <a:defRPr sz="1200" b="0">
                <a:solidFill>
                  <a:srgbClr val="6F6A65"/>
                </a:solidFill>
              </a:defRPr>
            </a:pPr>
            <a:r>
              <a:rPr sz="1200" b="0">
                <a:solidFill>
                  <a:srgbClr val="6F6A65"/>
                </a:solidFill>
              </a:rPr>
              <a:t>세션 유지 후 재동기</a:t>
            </a:r>
          </a:p>
        </p:txBody>
      </p:sp>
      <p:sp>
        <p:nvSpPr>
          <p:cNvPr id="28" name="master">
            <a:extLst xmlns:a="http://schemas.openxmlformats.org/drawingml/2006/main">
              <a:ext uri="{FF2B5EF4-FFF2-40B4-BE49-F238E27FC236}">
                <a16:creationId xmlns:a16="http://schemas.microsoft.com/office/drawing/2014/main" id="{C32D8F87-25D0-4B90-9014-B49E40B0043D}"/>
              </a:ext>
            </a:extLst>
          </p:cNvPr>
          <p:cNvSpPr>
            <a:spLocks xmlns:a="http://schemas.openxmlformats.org/drawingml/2006/main" noGrp="1"/>
          </p:cNvSpPr>
          <p:nvPr/>
        </p:nvSpPr>
        <p:spPr>
          <a:xfrm xmlns:a="http://schemas.openxmlformats.org/drawingml/2006/main">
            <a:off x="914400" y="47244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71412"/>
                </a:solidFill>
              </a:defRPr>
            </a:pPr>
            <a:r>
              <a:rPr sz="1725" b="1">
                <a:solidFill>
                  <a:srgbClr val="171412"/>
                </a:solidFill>
              </a:rPr>
              <a:t>Raspberry Pi / Driver  ·  MASTER</a:t>
            </a:r>
          </a:p>
        </p:txBody>
      </p:sp>
      <p:sp>
        <p:nvSpPr>
          <p:cNvPr id="29" name="slave">
            <a:extLst xmlns:a="http://schemas.openxmlformats.org/drawingml/2006/main">
              <a:ext uri="{FF2B5EF4-FFF2-40B4-BE49-F238E27FC236}">
                <a16:creationId xmlns:a16="http://schemas.microsoft.com/office/drawing/2014/main" id="{3C113DE8-5031-4AA7-9D6F-25A460FA9F50}"/>
              </a:ext>
            </a:extLst>
          </p:cNvPr>
          <p:cNvSpPr>
            <a:spLocks xmlns:a="http://schemas.openxmlformats.org/drawingml/2006/main" noGrp="1"/>
          </p:cNvSpPr>
          <p:nvPr/>
        </p:nvSpPr>
        <p:spPr>
          <a:xfrm xmlns:a="http://schemas.openxmlformats.org/drawingml/2006/main">
            <a:off x="7848600" y="4724400"/>
            <a:ext cx="495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725" b="1">
                <a:solidFill>
                  <a:srgbClr val="171412"/>
                </a:solidFill>
              </a:defRPr>
            </a:pPr>
            <a:r>
              <a:rPr sz="1725" b="1">
                <a:solidFill>
                  <a:srgbClr val="171412"/>
                </a:solidFill>
              </a:rPr>
              <a:t>ESP32 Firmware  ·  SLAVE</a:t>
            </a:r>
          </a:p>
        </p:txBody>
      </p:sp>
      <p:sp>
        <p:nvSpPr>
          <p:cNvPr id="30" name="sync-line">
            <a:extLst xmlns:a="http://schemas.openxmlformats.org/drawingml/2006/main">
              <a:ext uri="{FF2B5EF4-FFF2-40B4-BE49-F238E27FC236}">
                <a16:creationId xmlns:a16="http://schemas.microsoft.com/office/drawing/2014/main" id="{734956AB-AE77-425A-97B3-4191C750C510}"/>
              </a:ext>
            </a:extLst>
          </p:cNvPr>
          <p:cNvSpPr>
            <a:spLocks xmlns:a="http://schemas.openxmlformats.org/drawingml/2006/main" noGrp="1"/>
          </p:cNvSpPr>
          <p:nvPr/>
        </p:nvSpPr>
        <p:spPr>
          <a:xfrm xmlns:a="http://schemas.openxmlformats.org/drawingml/2006/main">
            <a:off x="2667000" y="5476875"/>
            <a:ext cx="8382000" cy="38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1" name="sync-pkt">
            <a:extLst xmlns:a="http://schemas.openxmlformats.org/drawingml/2006/main">
              <a:ext uri="{FF2B5EF4-FFF2-40B4-BE49-F238E27FC236}">
                <a16:creationId xmlns:a16="http://schemas.microsoft.com/office/drawing/2014/main" id="{BB517C7B-0A6C-48E0-BE38-884E585573B7}"/>
              </a:ext>
            </a:extLst>
          </p:cNvPr>
          <p:cNvSpPr>
            <a:spLocks xmlns:a="http://schemas.openxmlformats.org/drawingml/2006/main" noGrp="1"/>
          </p:cNvSpPr>
          <p:nvPr/>
        </p:nvSpPr>
        <p:spPr>
          <a:xfrm xmlns:a="http://schemas.openxmlformats.org/drawingml/2006/main">
            <a:off x="3714750" y="521970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C84308"/>
                </a:solidFill>
              </a:defRPr>
            </a:pPr>
            <a:r>
              <a:rPr sz="1350" b="1">
                <a:solidFill>
                  <a:srgbClr val="C84308"/>
                </a:solidFill>
              </a:rPr>
              <a:t>FHSS_SYNC  |  generation · slot · hop_index · timestamp</a:t>
            </a:r>
          </a:p>
        </p:txBody>
      </p:sp>
      <p:sp>
        <p:nvSpPr>
          <p:cNvPr id="32" name="metric">
            <a:extLst xmlns:a="http://schemas.openxmlformats.org/drawingml/2006/main">
              <a:ext uri="{FF2B5EF4-FFF2-40B4-BE49-F238E27FC236}">
                <a16:creationId xmlns:a16="http://schemas.microsoft.com/office/drawing/2014/main" id="{C7C4256B-C3B9-453B-BF4F-1EF77F138146}"/>
              </a:ext>
            </a:extLst>
          </p:cNvPr>
          <p:cNvSpPr>
            <a:spLocks xmlns:a="http://schemas.openxmlformats.org/drawingml/2006/main" noGrp="1"/>
          </p:cNvSpPr>
          <p:nvPr/>
        </p:nvSpPr>
        <p:spPr>
          <a:xfrm xmlns:a="http://schemas.openxmlformats.org/drawingml/2006/main">
            <a:off x="914400" y="6286500"/>
            <a:ext cx="1188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237A57"/>
                </a:solidFill>
              </a:defRPr>
            </a:pPr>
            <a:r>
              <a:rPr sz="1650" b="1">
                <a:solidFill>
                  <a:srgbClr val="237A57"/>
                </a:solidFill>
              </a:rPr>
              <a:t>실기기 확인: SYNC_ACQUIRED → TRACKING · 시간 오차 약 -22 ~ +18 μs</a:t>
            </a:r>
          </a:p>
        </p:txBody>
      </p:sp>
    </p:spTree>
    <p:extLst>
      <p:ext uri="{BB962C8B-B14F-4D97-AF65-F5344CB8AC3E}">
        <p14:creationId xmlns:p14="http://schemas.microsoft.com/office/powerpoint/2010/main" val="19317642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eyebrow">
            <a:extLst xmlns:a="http://schemas.openxmlformats.org/drawingml/2006/main">
              <a:ext uri="{FF2B5EF4-FFF2-40B4-BE49-F238E27FC236}">
                <a16:creationId xmlns:a16="http://schemas.microsoft.com/office/drawing/2014/main" id="{A5701F58-BBBD-4649-A4A0-9E5357ACB09D}"/>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08 · AUDIO + DEVICE FIRMWARE</a:t>
            </a:r>
          </a:p>
        </p:txBody>
      </p:sp>
      <p:sp>
        <p:nvSpPr>
          <p:cNvPr id="2" name="title">
            <a:extLst xmlns:a="http://schemas.openxmlformats.org/drawingml/2006/main">
              <a:ext uri="{FF2B5EF4-FFF2-40B4-BE49-F238E27FC236}">
                <a16:creationId xmlns:a16="http://schemas.microsoft.com/office/drawing/2014/main" id="{9564F7F0-2113-467A-A1C9-CE55A017D64A}"/>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음성은 캡처·압축·전송·재생의 실시간 파이프라인</a:t>
            </a:r>
          </a:p>
        </p:txBody>
      </p:sp>
      <p:sp>
        <p:nvSpPr>
          <p:cNvPr id="3" name="footer">
            <a:extLst xmlns:a="http://schemas.openxmlformats.org/drawingml/2006/main">
              <a:ext uri="{FF2B5EF4-FFF2-40B4-BE49-F238E27FC236}">
                <a16:creationId xmlns:a16="http://schemas.microsoft.com/office/drawing/2014/main" id="{9D836A98-E053-4EE3-8C24-F6C823561E5A}"/>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06E62A62-3810-407D-80F7-081D0905363F}"/>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09</a:t>
            </a:r>
          </a:p>
        </p:txBody>
      </p:sp>
      <p:sp>
        <p:nvSpPr>
          <p:cNvPr id="5" name="au0">
            <a:extLst xmlns:a="http://schemas.openxmlformats.org/drawingml/2006/main">
              <a:ext uri="{FF2B5EF4-FFF2-40B4-BE49-F238E27FC236}">
                <a16:creationId xmlns:a16="http://schemas.microsoft.com/office/drawing/2014/main" id="{1A97E1D2-F6D2-4A3C-BE11-019948F11073}"/>
              </a:ext>
            </a:extLst>
          </p:cNvPr>
          <p:cNvSpPr>
            <a:spLocks xmlns:a="http://schemas.openxmlformats.org/drawingml/2006/main" noGrp="1"/>
          </p:cNvSpPr>
          <p:nvPr/>
        </p:nvSpPr>
        <p:spPr>
          <a:xfrm xmlns:a="http://schemas.openxmlformats.org/drawingml/2006/main">
            <a:off x="91440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auh0">
            <a:extLst xmlns:a="http://schemas.openxmlformats.org/drawingml/2006/main">
              <a:ext uri="{FF2B5EF4-FFF2-40B4-BE49-F238E27FC236}">
                <a16:creationId xmlns:a16="http://schemas.microsoft.com/office/drawing/2014/main" id="{5580F2F8-E5E3-42B2-B91D-BB46BC37CD50}"/>
              </a:ext>
            </a:extLst>
          </p:cNvPr>
          <p:cNvSpPr>
            <a:spLocks xmlns:a="http://schemas.openxmlformats.org/drawingml/2006/main" noGrp="1"/>
          </p:cNvSpPr>
          <p:nvPr/>
        </p:nvSpPr>
        <p:spPr>
          <a:xfrm xmlns:a="http://schemas.openxmlformats.org/drawingml/2006/main">
            <a:off x="104775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INMP441</a:t>
            </a:r>
          </a:p>
        </p:txBody>
      </p:sp>
      <p:sp>
        <p:nvSpPr>
          <p:cNvPr id="7" name="aub0">
            <a:extLst xmlns:a="http://schemas.openxmlformats.org/drawingml/2006/main">
              <a:ext uri="{FF2B5EF4-FFF2-40B4-BE49-F238E27FC236}">
                <a16:creationId xmlns:a16="http://schemas.microsoft.com/office/drawing/2014/main" id="{54B4ACCE-61EC-45B9-A85B-B63B71FA1BC0}"/>
              </a:ext>
            </a:extLst>
          </p:cNvPr>
          <p:cNvSpPr>
            <a:spLocks xmlns:a="http://schemas.openxmlformats.org/drawingml/2006/main" noGrp="1"/>
          </p:cNvSpPr>
          <p:nvPr/>
        </p:nvSpPr>
        <p:spPr>
          <a:xfrm xmlns:a="http://schemas.openxmlformats.org/drawingml/2006/main">
            <a:off x="104775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I2S PCM</a:t>
            </a:r>
          </a:p>
          <a:p xmlns:a="http://schemas.openxmlformats.org/drawingml/2006/main">
            <a:pPr algn="ctr">
              <a:defRPr sz="1200" b="0">
                <a:solidFill>
                  <a:srgbClr val="6F6A65"/>
                </a:solidFill>
              </a:defRPr>
            </a:pPr>
            <a:r>
              <a:rPr sz="1200" b="0">
                <a:solidFill>
                  <a:srgbClr val="6F6A65"/>
                </a:solidFill>
              </a:rPr>
              <a:t>8 kHz</a:t>
            </a:r>
          </a:p>
        </p:txBody>
      </p:sp>
      <p:sp>
        <p:nvSpPr>
          <p:cNvPr id="8" name="aua0l">
            <a:extLst xmlns:a="http://schemas.openxmlformats.org/drawingml/2006/main">
              <a:ext uri="{FF2B5EF4-FFF2-40B4-BE49-F238E27FC236}">
                <a16:creationId xmlns:a16="http://schemas.microsoft.com/office/drawing/2014/main" id="{0D4E2200-C22B-443E-8659-34D623D3BEFF}"/>
              </a:ext>
            </a:extLst>
          </p:cNvPr>
          <p:cNvSpPr>
            <a:spLocks xmlns:a="http://schemas.openxmlformats.org/drawingml/2006/main" noGrp="1"/>
          </p:cNvSpPr>
          <p:nvPr/>
        </p:nvSpPr>
        <p:spPr>
          <a:xfrm xmlns:a="http://schemas.openxmlformats.org/drawingml/2006/main">
            <a:off x="292417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aua0h">
            <a:extLst xmlns:a="http://schemas.openxmlformats.org/drawingml/2006/main">
              <a:ext uri="{FF2B5EF4-FFF2-40B4-BE49-F238E27FC236}">
                <a16:creationId xmlns:a16="http://schemas.microsoft.com/office/drawing/2014/main" id="{4F51AB83-22E0-4B2F-89D6-B506BC3E771B}"/>
              </a:ext>
            </a:extLst>
          </p:cNvPr>
          <p:cNvSpPr>
            <a:spLocks xmlns:a="http://schemas.openxmlformats.org/drawingml/2006/main" noGrp="1"/>
          </p:cNvSpPr>
          <p:nvPr/>
        </p:nvSpPr>
        <p:spPr>
          <a:xfrm xmlns:a="http://schemas.openxmlformats.org/drawingml/2006/main">
            <a:off x="311467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0" name="au1">
            <a:extLst xmlns:a="http://schemas.openxmlformats.org/drawingml/2006/main">
              <a:ext uri="{FF2B5EF4-FFF2-40B4-BE49-F238E27FC236}">
                <a16:creationId xmlns:a16="http://schemas.microsoft.com/office/drawing/2014/main" id="{FF20436A-B575-4B2B-9887-23C5DD8629F1}"/>
              </a:ext>
            </a:extLst>
          </p:cNvPr>
          <p:cNvSpPr>
            <a:spLocks xmlns:a="http://schemas.openxmlformats.org/drawingml/2006/main" noGrp="1"/>
          </p:cNvSpPr>
          <p:nvPr/>
        </p:nvSpPr>
        <p:spPr>
          <a:xfrm xmlns:a="http://schemas.openxmlformats.org/drawingml/2006/main">
            <a:off x="3295650" y="2209800"/>
            <a:ext cx="1981200" cy="1657350"/>
          </a:xfrm>
          <a:prstGeom xmlns:a="http://schemas.openxmlformats.org/drawingml/2006/main" prst="rect">
            <a:avLst/>
          </a:prstGeom>
          <a:solidFill xmlns:a="http://schemas.openxmlformats.org/drawingml/2006/main">
            <a:srgbClr val="FBF2ED"/>
          </a:solidFill>
          <a:ln xmlns:a="http://schemas.openxmlformats.org/drawingml/2006/main" w="11430">
            <a:solidFill>
              <a:srgbClr val="C84308"/>
            </a:solidFill>
            <a:prstDash val="solid"/>
          </a:ln>
        </p:spPr>
      </p:sp>
      <p:sp>
        <p:nvSpPr>
          <p:cNvPr id="11" name="auh1">
            <a:extLst xmlns:a="http://schemas.openxmlformats.org/drawingml/2006/main">
              <a:ext uri="{FF2B5EF4-FFF2-40B4-BE49-F238E27FC236}">
                <a16:creationId xmlns:a16="http://schemas.microsoft.com/office/drawing/2014/main" id="{734BFF0B-F867-4639-BF6E-6E9E2DDD86B3}"/>
              </a:ext>
            </a:extLst>
          </p:cNvPr>
          <p:cNvSpPr>
            <a:spLocks xmlns:a="http://schemas.openxmlformats.org/drawingml/2006/main" noGrp="1"/>
          </p:cNvSpPr>
          <p:nvPr/>
        </p:nvSpPr>
        <p:spPr>
          <a:xfrm xmlns:a="http://schemas.openxmlformats.org/drawingml/2006/main">
            <a:off x="342900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84308"/>
                </a:solidFill>
              </a:defRPr>
            </a:pPr>
            <a:r>
              <a:rPr sz="1500" b="1">
                <a:solidFill>
                  <a:srgbClr val="C84308"/>
                </a:solidFill>
              </a:rPr>
              <a:t>Speex NB</a:t>
            </a:r>
          </a:p>
        </p:txBody>
      </p:sp>
      <p:sp>
        <p:nvSpPr>
          <p:cNvPr id="12" name="aub1">
            <a:extLst xmlns:a="http://schemas.openxmlformats.org/drawingml/2006/main">
              <a:ext uri="{FF2B5EF4-FFF2-40B4-BE49-F238E27FC236}">
                <a16:creationId xmlns:a16="http://schemas.microsoft.com/office/drawing/2014/main" id="{A4BD944A-D067-4604-8C75-7E26AF2DAE15}"/>
              </a:ext>
            </a:extLst>
          </p:cNvPr>
          <p:cNvSpPr>
            <a:spLocks xmlns:a="http://schemas.openxmlformats.org/drawingml/2006/main" noGrp="1"/>
          </p:cNvSpPr>
          <p:nvPr/>
        </p:nvSpPr>
        <p:spPr>
          <a:xfrm xmlns:a="http://schemas.openxmlformats.org/drawingml/2006/main">
            <a:off x="342900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프레임 압축</a:t>
            </a:r>
          </a:p>
          <a:p xmlns:a="http://schemas.openxmlformats.org/drawingml/2006/main">
            <a:pPr algn="ctr">
              <a:defRPr sz="1200" b="0">
                <a:solidFill>
                  <a:srgbClr val="6F6A65"/>
                </a:solidFill>
              </a:defRPr>
            </a:pPr>
            <a:r>
              <a:rPr sz="1200" b="0">
                <a:solidFill>
                  <a:srgbClr val="6F6A65"/>
                </a:solidFill>
              </a:rPr>
              <a:t>2-frame packet</a:t>
            </a:r>
          </a:p>
        </p:txBody>
      </p:sp>
      <p:sp>
        <p:nvSpPr>
          <p:cNvPr id="13" name="aua1l">
            <a:extLst xmlns:a="http://schemas.openxmlformats.org/drawingml/2006/main">
              <a:ext uri="{FF2B5EF4-FFF2-40B4-BE49-F238E27FC236}">
                <a16:creationId xmlns:a16="http://schemas.microsoft.com/office/drawing/2014/main" id="{175721A0-1F9B-465A-A4C5-8CDE8885ED19}"/>
              </a:ext>
            </a:extLst>
          </p:cNvPr>
          <p:cNvSpPr>
            <a:spLocks xmlns:a="http://schemas.openxmlformats.org/drawingml/2006/main" noGrp="1"/>
          </p:cNvSpPr>
          <p:nvPr/>
        </p:nvSpPr>
        <p:spPr>
          <a:xfrm xmlns:a="http://schemas.openxmlformats.org/drawingml/2006/main">
            <a:off x="530542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4" name="aua1h">
            <a:extLst xmlns:a="http://schemas.openxmlformats.org/drawingml/2006/main">
              <a:ext uri="{FF2B5EF4-FFF2-40B4-BE49-F238E27FC236}">
                <a16:creationId xmlns:a16="http://schemas.microsoft.com/office/drawing/2014/main" id="{D3B91F40-3142-419A-80D1-E879CF2C0698}"/>
              </a:ext>
            </a:extLst>
          </p:cNvPr>
          <p:cNvSpPr>
            <a:spLocks xmlns:a="http://schemas.openxmlformats.org/drawingml/2006/main" noGrp="1"/>
          </p:cNvSpPr>
          <p:nvPr/>
        </p:nvSpPr>
        <p:spPr>
          <a:xfrm xmlns:a="http://schemas.openxmlformats.org/drawingml/2006/main">
            <a:off x="549592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15" name="au2">
            <a:extLst xmlns:a="http://schemas.openxmlformats.org/drawingml/2006/main">
              <a:ext uri="{FF2B5EF4-FFF2-40B4-BE49-F238E27FC236}">
                <a16:creationId xmlns:a16="http://schemas.microsoft.com/office/drawing/2014/main" id="{DAAA46B0-BA9B-4E6E-9783-607068B0FC9A}"/>
              </a:ext>
            </a:extLst>
          </p:cNvPr>
          <p:cNvSpPr>
            <a:spLocks xmlns:a="http://schemas.openxmlformats.org/drawingml/2006/main" noGrp="1"/>
          </p:cNvSpPr>
          <p:nvPr/>
        </p:nvSpPr>
        <p:spPr>
          <a:xfrm xmlns:a="http://schemas.openxmlformats.org/drawingml/2006/main">
            <a:off x="567690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6" name="auh2">
            <a:extLst xmlns:a="http://schemas.openxmlformats.org/drawingml/2006/main">
              <a:ext uri="{FF2B5EF4-FFF2-40B4-BE49-F238E27FC236}">
                <a16:creationId xmlns:a16="http://schemas.microsoft.com/office/drawing/2014/main" id="{18B8DC76-6211-44A8-9949-8956617331A2}"/>
              </a:ext>
            </a:extLst>
          </p:cNvPr>
          <p:cNvSpPr>
            <a:spLocks xmlns:a="http://schemas.openxmlformats.org/drawingml/2006/main" noGrp="1"/>
          </p:cNvSpPr>
          <p:nvPr/>
        </p:nvSpPr>
        <p:spPr>
          <a:xfrm xmlns:a="http://schemas.openxmlformats.org/drawingml/2006/main">
            <a:off x="581025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CC1101</a:t>
            </a:r>
          </a:p>
        </p:txBody>
      </p:sp>
      <p:sp>
        <p:nvSpPr>
          <p:cNvPr id="17" name="aub2">
            <a:extLst xmlns:a="http://schemas.openxmlformats.org/drawingml/2006/main">
              <a:ext uri="{FF2B5EF4-FFF2-40B4-BE49-F238E27FC236}">
                <a16:creationId xmlns:a16="http://schemas.microsoft.com/office/drawing/2014/main" id="{4CDEADB4-A4F4-4615-AD45-BCC01544B592}"/>
              </a:ext>
            </a:extLst>
          </p:cNvPr>
          <p:cNvSpPr>
            <a:spLocks xmlns:a="http://schemas.openxmlformats.org/drawingml/2006/main" noGrp="1"/>
          </p:cNvSpPr>
          <p:nvPr/>
        </p:nvSpPr>
        <p:spPr>
          <a:xfrm xmlns:a="http://schemas.openxmlformats.org/drawingml/2006/main">
            <a:off x="581025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음성 패킷</a:t>
            </a:r>
          </a:p>
          <a:p xmlns:a="http://schemas.openxmlformats.org/drawingml/2006/main">
            <a:pPr algn="ctr">
              <a:defRPr sz="1200" b="0">
                <a:solidFill>
                  <a:srgbClr val="6F6A65"/>
                </a:solidFill>
              </a:defRPr>
            </a:pPr>
            <a:r>
              <a:rPr sz="1200" b="0">
                <a:solidFill>
                  <a:srgbClr val="6F6A65"/>
                </a:solidFill>
              </a:rPr>
              <a:t>PTT control</a:t>
            </a:r>
          </a:p>
        </p:txBody>
      </p:sp>
      <p:sp>
        <p:nvSpPr>
          <p:cNvPr id="18" name="aua2l">
            <a:extLst xmlns:a="http://schemas.openxmlformats.org/drawingml/2006/main">
              <a:ext uri="{FF2B5EF4-FFF2-40B4-BE49-F238E27FC236}">
                <a16:creationId xmlns:a16="http://schemas.microsoft.com/office/drawing/2014/main" id="{EBC7759E-6B98-4D30-921A-4A848982C1F9}"/>
              </a:ext>
            </a:extLst>
          </p:cNvPr>
          <p:cNvSpPr>
            <a:spLocks xmlns:a="http://schemas.openxmlformats.org/drawingml/2006/main" noGrp="1"/>
          </p:cNvSpPr>
          <p:nvPr/>
        </p:nvSpPr>
        <p:spPr>
          <a:xfrm xmlns:a="http://schemas.openxmlformats.org/drawingml/2006/main">
            <a:off x="768667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aua2h">
            <a:extLst xmlns:a="http://schemas.openxmlformats.org/drawingml/2006/main">
              <a:ext uri="{FF2B5EF4-FFF2-40B4-BE49-F238E27FC236}">
                <a16:creationId xmlns:a16="http://schemas.microsoft.com/office/drawing/2014/main" id="{611CDB15-F368-4141-944C-B4C73A689D30}"/>
              </a:ext>
            </a:extLst>
          </p:cNvPr>
          <p:cNvSpPr>
            <a:spLocks xmlns:a="http://schemas.openxmlformats.org/drawingml/2006/main" noGrp="1"/>
          </p:cNvSpPr>
          <p:nvPr/>
        </p:nvSpPr>
        <p:spPr>
          <a:xfrm xmlns:a="http://schemas.openxmlformats.org/drawingml/2006/main">
            <a:off x="787717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0" name="au3">
            <a:extLst xmlns:a="http://schemas.openxmlformats.org/drawingml/2006/main">
              <a:ext uri="{FF2B5EF4-FFF2-40B4-BE49-F238E27FC236}">
                <a16:creationId xmlns:a16="http://schemas.microsoft.com/office/drawing/2014/main" id="{1A94881A-22E6-4DF0-A962-A186F739CA67}"/>
              </a:ext>
            </a:extLst>
          </p:cNvPr>
          <p:cNvSpPr>
            <a:spLocks xmlns:a="http://schemas.openxmlformats.org/drawingml/2006/main" noGrp="1"/>
          </p:cNvSpPr>
          <p:nvPr/>
        </p:nvSpPr>
        <p:spPr>
          <a:xfrm xmlns:a="http://schemas.openxmlformats.org/drawingml/2006/main">
            <a:off x="805815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1" name="auh3">
            <a:extLst xmlns:a="http://schemas.openxmlformats.org/drawingml/2006/main">
              <a:ext uri="{FF2B5EF4-FFF2-40B4-BE49-F238E27FC236}">
                <a16:creationId xmlns:a16="http://schemas.microsoft.com/office/drawing/2014/main" id="{533A5282-3FD8-4A16-BBE2-2277272CB76D}"/>
              </a:ext>
            </a:extLst>
          </p:cNvPr>
          <p:cNvSpPr>
            <a:spLocks xmlns:a="http://schemas.openxmlformats.org/drawingml/2006/main" noGrp="1"/>
          </p:cNvSpPr>
          <p:nvPr/>
        </p:nvSpPr>
        <p:spPr>
          <a:xfrm xmlns:a="http://schemas.openxmlformats.org/drawingml/2006/main">
            <a:off x="819150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RX Queue</a:t>
            </a:r>
          </a:p>
        </p:txBody>
      </p:sp>
      <p:sp>
        <p:nvSpPr>
          <p:cNvPr id="22" name="aub3">
            <a:extLst xmlns:a="http://schemas.openxmlformats.org/drawingml/2006/main">
              <a:ext uri="{FF2B5EF4-FFF2-40B4-BE49-F238E27FC236}">
                <a16:creationId xmlns:a16="http://schemas.microsoft.com/office/drawing/2014/main" id="{2C587381-5EB3-4852-AFA9-437030623DDC}"/>
              </a:ext>
            </a:extLst>
          </p:cNvPr>
          <p:cNvSpPr>
            <a:spLocks xmlns:a="http://schemas.openxmlformats.org/drawingml/2006/main" noGrp="1"/>
          </p:cNvSpPr>
          <p:nvPr/>
        </p:nvSpPr>
        <p:spPr>
          <a:xfrm xmlns:a="http://schemas.openxmlformats.org/drawingml/2006/main">
            <a:off x="819150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jitter 흡수</a:t>
            </a:r>
          </a:p>
          <a:p xmlns:a="http://schemas.openxmlformats.org/drawingml/2006/main">
            <a:pPr algn="ctr">
              <a:defRPr sz="1200" b="0">
                <a:solidFill>
                  <a:srgbClr val="6F6A65"/>
                </a:solidFill>
              </a:defRPr>
            </a:pPr>
            <a:r>
              <a:rPr sz="1200" b="0">
                <a:solidFill>
                  <a:srgbClr val="6F6A65"/>
                </a:solidFill>
              </a:rPr>
              <a:t>END 처리</a:t>
            </a:r>
          </a:p>
        </p:txBody>
      </p:sp>
      <p:sp>
        <p:nvSpPr>
          <p:cNvPr id="23" name="aua3l">
            <a:extLst xmlns:a="http://schemas.openxmlformats.org/drawingml/2006/main">
              <a:ext uri="{FF2B5EF4-FFF2-40B4-BE49-F238E27FC236}">
                <a16:creationId xmlns:a16="http://schemas.microsoft.com/office/drawing/2014/main" id="{0E7055BD-562B-436C-B89F-F8A02F2A251C}"/>
              </a:ext>
            </a:extLst>
          </p:cNvPr>
          <p:cNvSpPr>
            <a:spLocks xmlns:a="http://schemas.openxmlformats.org/drawingml/2006/main" noGrp="1"/>
          </p:cNvSpPr>
          <p:nvPr/>
        </p:nvSpPr>
        <p:spPr>
          <a:xfrm xmlns:a="http://schemas.openxmlformats.org/drawingml/2006/main">
            <a:off x="10067925" y="2962275"/>
            <a:ext cx="2476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4" name="aua3h">
            <a:extLst xmlns:a="http://schemas.openxmlformats.org/drawingml/2006/main">
              <a:ext uri="{FF2B5EF4-FFF2-40B4-BE49-F238E27FC236}">
                <a16:creationId xmlns:a16="http://schemas.microsoft.com/office/drawing/2014/main" id="{E66CF703-6B6B-4896-A8A5-A008783E1E6B}"/>
              </a:ext>
            </a:extLst>
          </p:cNvPr>
          <p:cNvSpPr>
            <a:spLocks xmlns:a="http://schemas.openxmlformats.org/drawingml/2006/main" noGrp="1"/>
          </p:cNvSpPr>
          <p:nvPr/>
        </p:nvSpPr>
        <p:spPr>
          <a:xfrm xmlns:a="http://schemas.openxmlformats.org/drawingml/2006/main">
            <a:off x="10258425" y="2886075"/>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25" name="au4">
            <a:extLst xmlns:a="http://schemas.openxmlformats.org/drawingml/2006/main">
              <a:ext uri="{FF2B5EF4-FFF2-40B4-BE49-F238E27FC236}">
                <a16:creationId xmlns:a16="http://schemas.microsoft.com/office/drawing/2014/main" id="{1E3E9B37-FB30-4340-84DB-CEEC1EFAFC76}"/>
              </a:ext>
            </a:extLst>
          </p:cNvPr>
          <p:cNvSpPr>
            <a:spLocks xmlns:a="http://schemas.openxmlformats.org/drawingml/2006/main" noGrp="1"/>
          </p:cNvSpPr>
          <p:nvPr/>
        </p:nvSpPr>
        <p:spPr>
          <a:xfrm xmlns:a="http://schemas.openxmlformats.org/drawingml/2006/main">
            <a:off x="10439400" y="2209800"/>
            <a:ext cx="1981200" cy="1657350"/>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26" name="auh4">
            <a:extLst xmlns:a="http://schemas.openxmlformats.org/drawingml/2006/main">
              <a:ext uri="{FF2B5EF4-FFF2-40B4-BE49-F238E27FC236}">
                <a16:creationId xmlns:a16="http://schemas.microsoft.com/office/drawing/2014/main" id="{75E2BFFE-049A-4A02-AAD6-4983172F9875}"/>
              </a:ext>
            </a:extLst>
          </p:cNvPr>
          <p:cNvSpPr>
            <a:spLocks xmlns:a="http://schemas.openxmlformats.org/drawingml/2006/main" noGrp="1"/>
          </p:cNvSpPr>
          <p:nvPr/>
        </p:nvSpPr>
        <p:spPr>
          <a:xfrm xmlns:a="http://schemas.openxmlformats.org/drawingml/2006/main">
            <a:off x="10572750" y="23907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71412"/>
                </a:solidFill>
              </a:defRPr>
            </a:pPr>
            <a:r>
              <a:rPr sz="1500" b="1">
                <a:solidFill>
                  <a:srgbClr val="171412"/>
                </a:solidFill>
              </a:rPr>
              <a:t>MAX98357A</a:t>
            </a:r>
          </a:p>
        </p:txBody>
      </p:sp>
      <p:sp>
        <p:nvSpPr>
          <p:cNvPr id="27" name="aub4">
            <a:extLst xmlns:a="http://schemas.openxmlformats.org/drawingml/2006/main">
              <a:ext uri="{FF2B5EF4-FFF2-40B4-BE49-F238E27FC236}">
                <a16:creationId xmlns:a16="http://schemas.microsoft.com/office/drawing/2014/main" id="{D481ED05-5A91-494E-8D7D-0655527A06D9}"/>
              </a:ext>
            </a:extLst>
          </p:cNvPr>
          <p:cNvSpPr>
            <a:spLocks xmlns:a="http://schemas.openxmlformats.org/drawingml/2006/main" noGrp="1"/>
          </p:cNvSpPr>
          <p:nvPr/>
        </p:nvSpPr>
        <p:spPr>
          <a:xfrm xmlns:a="http://schemas.openxmlformats.org/drawingml/2006/main">
            <a:off x="10572750" y="3076575"/>
            <a:ext cx="171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F6A65"/>
                </a:solidFill>
              </a:defRPr>
            </a:pPr>
            <a:r>
              <a:rPr sz="1200" b="0">
                <a:solidFill>
                  <a:srgbClr val="6F6A65"/>
                </a:solidFill>
              </a:rPr>
              <a:t>I2S 출력</a:t>
            </a:r>
          </a:p>
          <a:p xmlns:a="http://schemas.openxmlformats.org/drawingml/2006/main">
            <a:pPr algn="ctr">
              <a:defRPr sz="1200" b="0">
                <a:solidFill>
                  <a:srgbClr val="6F6A65"/>
                </a:solidFill>
              </a:defRPr>
            </a:pPr>
            <a:r>
              <a:rPr sz="1200" b="0">
                <a:solidFill>
                  <a:srgbClr val="6F6A65"/>
                </a:solidFill>
              </a:rPr>
              <a:t>스피커 재생</a:t>
            </a:r>
          </a:p>
        </p:txBody>
      </p:sp>
      <p:sp>
        <p:nvSpPr>
          <p:cNvPr id="28" name="exh0">
            <a:extLst xmlns:a="http://schemas.openxmlformats.org/drawingml/2006/main">
              <a:ext uri="{FF2B5EF4-FFF2-40B4-BE49-F238E27FC236}">
                <a16:creationId xmlns:a16="http://schemas.microsoft.com/office/drawing/2014/main" id="{9AA7F553-EAC0-47EF-A751-F53102D9DB1A}"/>
              </a:ext>
            </a:extLst>
          </p:cNvPr>
          <p:cNvSpPr>
            <a:spLocks xmlns:a="http://schemas.openxmlformats.org/drawingml/2006/main" noGrp="1"/>
          </p:cNvSpPr>
          <p:nvPr/>
        </p:nvSpPr>
        <p:spPr>
          <a:xfrm xmlns:a="http://schemas.openxmlformats.org/drawingml/2006/main">
            <a:off x="914400" y="4667250"/>
            <a:ext cx="109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입력</a:t>
            </a:r>
          </a:p>
        </p:txBody>
      </p:sp>
      <p:sp>
        <p:nvSpPr>
          <p:cNvPr id="29" name="exl0">
            <a:extLst xmlns:a="http://schemas.openxmlformats.org/drawingml/2006/main">
              <a:ext uri="{FF2B5EF4-FFF2-40B4-BE49-F238E27FC236}">
                <a16:creationId xmlns:a16="http://schemas.microsoft.com/office/drawing/2014/main" id="{3A8E6B50-5E87-49CB-B801-1E262976C474}"/>
              </a:ext>
            </a:extLst>
          </p:cNvPr>
          <p:cNvSpPr>
            <a:spLocks xmlns:a="http://schemas.openxmlformats.org/drawingml/2006/main" noGrp="1"/>
          </p:cNvSpPr>
          <p:nvPr/>
        </p:nvSpPr>
        <p:spPr>
          <a:xfrm xmlns:a="http://schemas.openxmlformats.org/drawingml/2006/main">
            <a:off x="2143125" y="4857750"/>
            <a:ext cx="7620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0" name="exb0">
            <a:extLst xmlns:a="http://schemas.openxmlformats.org/drawingml/2006/main">
              <a:ext uri="{FF2B5EF4-FFF2-40B4-BE49-F238E27FC236}">
                <a16:creationId xmlns:a16="http://schemas.microsoft.com/office/drawing/2014/main" id="{93497711-D498-486B-87EC-787327A7F6B2}"/>
              </a:ext>
            </a:extLst>
          </p:cNvPr>
          <p:cNvSpPr>
            <a:spLocks xmlns:a="http://schemas.openxmlformats.org/drawingml/2006/main" noGrp="1"/>
          </p:cNvSpPr>
          <p:nvPr/>
        </p:nvSpPr>
        <p:spPr>
          <a:xfrm xmlns:a="http://schemas.openxmlformats.org/drawingml/2006/main">
            <a:off x="3143250" y="466725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71412"/>
                </a:solidFill>
              </a:defRPr>
            </a:pPr>
            <a:r>
              <a:rPr sz="1500" b="0">
                <a:solidFill>
                  <a:srgbClr val="171412"/>
                </a:solidFill>
              </a:rPr>
              <a:t>회전 인코더 · PTT 버튼</a:t>
            </a:r>
          </a:p>
        </p:txBody>
      </p:sp>
      <p:sp>
        <p:nvSpPr>
          <p:cNvPr id="31" name="exh1">
            <a:extLst xmlns:a="http://schemas.openxmlformats.org/drawingml/2006/main">
              <a:ext uri="{FF2B5EF4-FFF2-40B4-BE49-F238E27FC236}">
                <a16:creationId xmlns:a16="http://schemas.microsoft.com/office/drawing/2014/main" id="{1F6EB5B5-6E20-4E04-81B9-ED5672AD74FD}"/>
              </a:ext>
            </a:extLst>
          </p:cNvPr>
          <p:cNvSpPr>
            <a:spLocks xmlns:a="http://schemas.openxmlformats.org/drawingml/2006/main" noGrp="1"/>
          </p:cNvSpPr>
          <p:nvPr/>
        </p:nvSpPr>
        <p:spPr>
          <a:xfrm xmlns:a="http://schemas.openxmlformats.org/drawingml/2006/main">
            <a:off x="914400" y="5334000"/>
            <a:ext cx="109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표시</a:t>
            </a:r>
          </a:p>
        </p:txBody>
      </p:sp>
      <p:sp>
        <p:nvSpPr>
          <p:cNvPr id="32" name="exl1">
            <a:extLst xmlns:a="http://schemas.openxmlformats.org/drawingml/2006/main">
              <a:ext uri="{FF2B5EF4-FFF2-40B4-BE49-F238E27FC236}">
                <a16:creationId xmlns:a16="http://schemas.microsoft.com/office/drawing/2014/main" id="{9054004E-0BA2-4B1A-B763-46DA1B3DFEC2}"/>
              </a:ext>
            </a:extLst>
          </p:cNvPr>
          <p:cNvSpPr>
            <a:spLocks xmlns:a="http://schemas.openxmlformats.org/drawingml/2006/main" noGrp="1"/>
          </p:cNvSpPr>
          <p:nvPr/>
        </p:nvSpPr>
        <p:spPr>
          <a:xfrm xmlns:a="http://schemas.openxmlformats.org/drawingml/2006/main">
            <a:off x="2143125" y="5524500"/>
            <a:ext cx="7620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3" name="exb1">
            <a:extLst xmlns:a="http://schemas.openxmlformats.org/drawingml/2006/main">
              <a:ext uri="{FF2B5EF4-FFF2-40B4-BE49-F238E27FC236}">
                <a16:creationId xmlns:a16="http://schemas.microsoft.com/office/drawing/2014/main" id="{1FC76D52-7B6A-4063-B68B-011C8C76DE16}"/>
              </a:ext>
            </a:extLst>
          </p:cNvPr>
          <p:cNvSpPr>
            <a:spLocks xmlns:a="http://schemas.openxmlformats.org/drawingml/2006/main" noGrp="1"/>
          </p:cNvSpPr>
          <p:nvPr/>
        </p:nvSpPr>
        <p:spPr>
          <a:xfrm xmlns:a="http://schemas.openxmlformats.org/drawingml/2006/main">
            <a:off x="3143250" y="533400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171412"/>
                </a:solidFill>
              </a:defRPr>
            </a:pPr>
            <a:r>
              <a:rPr sz="1500" b="0">
                <a:solidFill>
                  <a:srgbClr val="171412"/>
                </a:solidFill>
              </a:rPr>
              <a:t>OLED · 상태 LED · OTA 진행률</a:t>
            </a:r>
          </a:p>
        </p:txBody>
      </p:sp>
      <p:sp>
        <p:nvSpPr>
          <p:cNvPr id="34" name="exh2">
            <a:extLst xmlns:a="http://schemas.openxmlformats.org/drawingml/2006/main">
              <a:ext uri="{FF2B5EF4-FFF2-40B4-BE49-F238E27FC236}">
                <a16:creationId xmlns:a16="http://schemas.microsoft.com/office/drawing/2014/main" id="{2673208A-6FD0-4754-84DB-70A4B1441C26}"/>
              </a:ext>
            </a:extLst>
          </p:cNvPr>
          <p:cNvSpPr>
            <a:spLocks xmlns:a="http://schemas.openxmlformats.org/drawingml/2006/main" noGrp="1"/>
          </p:cNvSpPr>
          <p:nvPr/>
        </p:nvSpPr>
        <p:spPr>
          <a:xfrm xmlns:a="http://schemas.openxmlformats.org/drawingml/2006/main">
            <a:off x="914400" y="6000750"/>
            <a:ext cx="10953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안정성</a:t>
            </a:r>
          </a:p>
        </p:txBody>
      </p:sp>
      <p:sp>
        <p:nvSpPr>
          <p:cNvPr id="35" name="exl2">
            <a:extLst xmlns:a="http://schemas.openxmlformats.org/drawingml/2006/main">
              <a:ext uri="{FF2B5EF4-FFF2-40B4-BE49-F238E27FC236}">
                <a16:creationId xmlns:a16="http://schemas.microsoft.com/office/drawing/2014/main" id="{A8B35D3E-36A1-434A-8073-C15886CF5EFA}"/>
              </a:ext>
            </a:extLst>
          </p:cNvPr>
          <p:cNvSpPr>
            <a:spLocks xmlns:a="http://schemas.openxmlformats.org/drawingml/2006/main" noGrp="1"/>
          </p:cNvSpPr>
          <p:nvPr/>
        </p:nvSpPr>
        <p:spPr>
          <a:xfrm xmlns:a="http://schemas.openxmlformats.org/drawingml/2006/main">
            <a:off x="2143125" y="6191250"/>
            <a:ext cx="76200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6" name="exb2">
            <a:extLst xmlns:a="http://schemas.openxmlformats.org/drawingml/2006/main">
              <a:ext uri="{FF2B5EF4-FFF2-40B4-BE49-F238E27FC236}">
                <a16:creationId xmlns:a16="http://schemas.microsoft.com/office/drawing/2014/main" id="{C9BD4530-3B79-4494-9F87-06F07922200B}"/>
              </a:ext>
            </a:extLst>
          </p:cNvPr>
          <p:cNvSpPr>
            <a:spLocks xmlns:a="http://schemas.openxmlformats.org/drawingml/2006/main" noGrp="1"/>
          </p:cNvSpPr>
          <p:nvPr/>
        </p:nvSpPr>
        <p:spPr>
          <a:xfrm xmlns:a="http://schemas.openxmlformats.org/drawingml/2006/main">
            <a:off x="3143250" y="6000750"/>
            <a:ext cx="762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RX queue · silence tail · DMA lifecycle</a:t>
            </a:r>
          </a:p>
        </p:txBody>
      </p:sp>
      <p:sp>
        <p:nvSpPr>
          <p:cNvPr id="37" name="dual">
            <a:extLst xmlns:a="http://schemas.openxmlformats.org/drawingml/2006/main">
              <a:ext uri="{FF2B5EF4-FFF2-40B4-BE49-F238E27FC236}">
                <a16:creationId xmlns:a16="http://schemas.microsoft.com/office/drawing/2014/main" id="{258F0D1F-F227-4180-926A-72D1DF5CC3C6}"/>
              </a:ext>
            </a:extLst>
          </p:cNvPr>
          <p:cNvSpPr>
            <a:spLocks xmlns:a="http://schemas.openxmlformats.org/drawingml/2006/main" noGrp="1"/>
          </p:cNvSpPr>
          <p:nvPr/>
        </p:nvSpPr>
        <p:spPr>
          <a:xfrm xmlns:a="http://schemas.openxmlformats.org/drawingml/2006/main">
            <a:off x="9906000" y="4667250"/>
            <a:ext cx="2895600" cy="171450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8" name="dual-h">
            <a:extLst xmlns:a="http://schemas.openxmlformats.org/drawingml/2006/main">
              <a:ext uri="{FF2B5EF4-FFF2-40B4-BE49-F238E27FC236}">
                <a16:creationId xmlns:a16="http://schemas.microsoft.com/office/drawing/2014/main" id="{6DACFB7C-3BE8-4D75-BC44-504520A1902B}"/>
              </a:ext>
            </a:extLst>
          </p:cNvPr>
          <p:cNvSpPr>
            <a:spLocks xmlns:a="http://schemas.openxmlformats.org/drawingml/2006/main" noGrp="1"/>
          </p:cNvSpPr>
          <p:nvPr/>
        </p:nvSpPr>
        <p:spPr>
          <a:xfrm xmlns:a="http://schemas.openxmlformats.org/drawingml/2006/main">
            <a:off x="10144125" y="4857750"/>
            <a:ext cx="2419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C84308"/>
                </a:solidFill>
              </a:defRPr>
            </a:pPr>
            <a:r>
              <a:rPr sz="1500" b="1">
                <a:solidFill>
                  <a:srgbClr val="C84308"/>
                </a:solidFill>
              </a:rPr>
              <a:t>한 장치의 두 역할</a:t>
            </a:r>
          </a:p>
        </p:txBody>
      </p:sp>
      <p:sp>
        <p:nvSpPr>
          <p:cNvPr id="39" name="dual-b">
            <a:extLst xmlns:a="http://schemas.openxmlformats.org/drawingml/2006/main">
              <a:ext uri="{FF2B5EF4-FFF2-40B4-BE49-F238E27FC236}">
                <a16:creationId xmlns:a16="http://schemas.microsoft.com/office/drawing/2014/main" id="{14B4A831-7AD8-4AE4-8871-81945252566A}"/>
              </a:ext>
            </a:extLst>
          </p:cNvPr>
          <p:cNvSpPr>
            <a:spLocks xmlns:a="http://schemas.openxmlformats.org/drawingml/2006/main" noGrp="1"/>
          </p:cNvSpPr>
          <p:nvPr/>
        </p:nvSpPr>
        <p:spPr>
          <a:xfrm xmlns:a="http://schemas.openxmlformats.org/drawingml/2006/main">
            <a:off x="10144125" y="5381625"/>
            <a:ext cx="2419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평상시: 무전 음성</a:t>
            </a:r>
          </a:p>
          <a:p xmlns:a="http://schemas.openxmlformats.org/drawingml/2006/main">
            <a:pPr algn="ctr">
              <a:defRPr sz="1350" b="1">
                <a:solidFill>
                  <a:srgbClr val="171412"/>
                </a:solidFill>
              </a:defRPr>
            </a:pPr>
            <a:r>
              <a:rPr sz="1350" b="1">
                <a:solidFill>
                  <a:srgbClr val="171412"/>
                </a:solidFill>
              </a:rPr>
              <a:t>업데이트 시: OTA client</a:t>
            </a:r>
          </a:p>
          <a:p xmlns:a="http://schemas.openxmlformats.org/drawingml/2006/main">
            <a:pPr algn="ctr">
              <a:defRPr sz="1350" b="1">
                <a:solidFill>
                  <a:srgbClr val="171412"/>
                </a:solidFill>
              </a:defRPr>
            </a:pPr>
            <a:r>
              <a:rPr sz="1350" b="1">
                <a:solidFill>
                  <a:srgbClr val="171412"/>
                </a:solidFill>
              </a:rPr>
              <a:t>공통 RF/FHSS 계층 공유</a:t>
            </a:r>
          </a:p>
        </p:txBody>
      </p:sp>
    </p:spTree>
    <p:extLst>
      <p:ext uri="{BB962C8B-B14F-4D97-AF65-F5344CB8AC3E}">
        <p14:creationId xmlns:p14="http://schemas.microsoft.com/office/powerpoint/2010/main" val="16550535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eyebrow">
            <a:extLst xmlns:a="http://schemas.openxmlformats.org/drawingml/2006/main">
              <a:ext uri="{FF2B5EF4-FFF2-40B4-BE49-F238E27FC236}">
                <a16:creationId xmlns:a16="http://schemas.microsoft.com/office/drawing/2014/main" id="{A8600AC9-44F1-49A4-A3C8-921D19516E0C}"/>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09 · ESP32 OTA</a:t>
            </a:r>
          </a:p>
        </p:txBody>
      </p:sp>
      <p:sp>
        <p:nvSpPr>
          <p:cNvPr id="2" name="title">
            <a:extLst xmlns:a="http://schemas.openxmlformats.org/drawingml/2006/main">
              <a:ext uri="{FF2B5EF4-FFF2-40B4-BE49-F238E27FC236}">
                <a16:creationId xmlns:a16="http://schemas.microsoft.com/office/drawing/2014/main" id="{73D1B787-332F-4878-876C-81A72F1B1FAE}"/>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받은 이미지는 검증을 통과해야 다음 부팅에 적용</a:t>
            </a:r>
          </a:p>
        </p:txBody>
      </p:sp>
      <p:sp>
        <p:nvSpPr>
          <p:cNvPr id="3" name="footer">
            <a:extLst xmlns:a="http://schemas.openxmlformats.org/drawingml/2006/main">
              <a:ext uri="{FF2B5EF4-FFF2-40B4-BE49-F238E27FC236}">
                <a16:creationId xmlns:a16="http://schemas.microsoft.com/office/drawing/2014/main" id="{F9568F72-714F-42E6-8921-C80522EEB847}"/>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A7DB89B7-D592-4DC3-96C3-37AB286994AE}"/>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10</a:t>
            </a:r>
          </a:p>
        </p:txBody>
      </p:sp>
      <p:sp>
        <p:nvSpPr>
          <p:cNvPr id="5" name="en0">
            <a:extLst xmlns:a="http://schemas.openxmlformats.org/drawingml/2006/main">
              <a:ext uri="{FF2B5EF4-FFF2-40B4-BE49-F238E27FC236}">
                <a16:creationId xmlns:a16="http://schemas.microsoft.com/office/drawing/2014/main" id="{B40CFA99-ED92-417E-B06F-7885B1944F44}"/>
              </a:ext>
            </a:extLst>
          </p:cNvPr>
          <p:cNvSpPr>
            <a:spLocks xmlns:a="http://schemas.openxmlformats.org/drawingml/2006/main" noGrp="1"/>
          </p:cNvSpPr>
          <p:nvPr/>
        </p:nvSpPr>
        <p:spPr>
          <a:xfrm xmlns:a="http://schemas.openxmlformats.org/drawingml/2006/main">
            <a:off x="914400" y="20574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1</a:t>
            </a:r>
          </a:p>
        </p:txBody>
      </p:sp>
      <p:sp>
        <p:nvSpPr>
          <p:cNvPr id="6" name="eh0">
            <a:extLst xmlns:a="http://schemas.openxmlformats.org/drawingml/2006/main">
              <a:ext uri="{FF2B5EF4-FFF2-40B4-BE49-F238E27FC236}">
                <a16:creationId xmlns:a16="http://schemas.microsoft.com/office/drawing/2014/main" id="{72AF9DE2-1659-4C8D-BC56-FFA0FBBDB1D5}"/>
              </a:ext>
            </a:extLst>
          </p:cNvPr>
          <p:cNvSpPr>
            <a:spLocks xmlns:a="http://schemas.openxmlformats.org/drawingml/2006/main" noGrp="1"/>
          </p:cNvSpPr>
          <p:nvPr/>
        </p:nvSpPr>
        <p:spPr>
          <a:xfrm xmlns:a="http://schemas.openxmlformats.org/drawingml/2006/main">
            <a:off x="1600200" y="20574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Discover</a:t>
            </a:r>
          </a:p>
        </p:txBody>
      </p:sp>
      <p:sp>
        <p:nvSpPr>
          <p:cNvPr id="7" name="eb0">
            <a:extLst xmlns:a="http://schemas.openxmlformats.org/drawingml/2006/main">
              <a:ext uri="{FF2B5EF4-FFF2-40B4-BE49-F238E27FC236}">
                <a16:creationId xmlns:a16="http://schemas.microsoft.com/office/drawing/2014/main" id="{484ACE0E-6163-4136-AC11-7E10D4224B45}"/>
              </a:ext>
            </a:extLst>
          </p:cNvPr>
          <p:cNvSpPr>
            <a:spLocks xmlns:a="http://schemas.openxmlformats.org/drawingml/2006/main" noGrp="1"/>
          </p:cNvSpPr>
          <p:nvPr/>
        </p:nvSpPr>
        <p:spPr>
          <a:xfrm xmlns:a="http://schemas.openxmlformats.org/drawingml/2006/main">
            <a:off x="3619500" y="20574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device_id · version 응답</a:t>
            </a:r>
          </a:p>
        </p:txBody>
      </p:sp>
      <p:sp>
        <p:nvSpPr>
          <p:cNvPr id="8" name="el0">
            <a:extLst xmlns:a="http://schemas.openxmlformats.org/drawingml/2006/main">
              <a:ext uri="{FF2B5EF4-FFF2-40B4-BE49-F238E27FC236}">
                <a16:creationId xmlns:a16="http://schemas.microsoft.com/office/drawing/2014/main" id="{CE1808C5-4701-4CC5-92E8-46AE1747A25C}"/>
              </a:ext>
            </a:extLst>
          </p:cNvPr>
          <p:cNvSpPr>
            <a:spLocks xmlns:a="http://schemas.openxmlformats.org/drawingml/2006/main" noGrp="1"/>
          </p:cNvSpPr>
          <p:nvPr/>
        </p:nvSpPr>
        <p:spPr>
          <a:xfrm xmlns:a="http://schemas.openxmlformats.org/drawingml/2006/main">
            <a:off x="1123950" y="2524125"/>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9" name="en1">
            <a:extLst xmlns:a="http://schemas.openxmlformats.org/drawingml/2006/main">
              <a:ext uri="{FF2B5EF4-FFF2-40B4-BE49-F238E27FC236}">
                <a16:creationId xmlns:a16="http://schemas.microsoft.com/office/drawing/2014/main" id="{8901A93E-1C9B-4142-9021-6D95106C28AF}"/>
              </a:ext>
            </a:extLst>
          </p:cNvPr>
          <p:cNvSpPr>
            <a:spLocks xmlns:a="http://schemas.openxmlformats.org/drawingml/2006/main" noGrp="1"/>
          </p:cNvSpPr>
          <p:nvPr/>
        </p:nvSpPr>
        <p:spPr>
          <a:xfrm xmlns:a="http://schemas.openxmlformats.org/drawingml/2006/main">
            <a:off x="914400" y="29241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2</a:t>
            </a:r>
          </a:p>
        </p:txBody>
      </p:sp>
      <p:sp>
        <p:nvSpPr>
          <p:cNvPr id="10" name="eh1">
            <a:extLst xmlns:a="http://schemas.openxmlformats.org/drawingml/2006/main">
              <a:ext uri="{FF2B5EF4-FFF2-40B4-BE49-F238E27FC236}">
                <a16:creationId xmlns:a16="http://schemas.microsoft.com/office/drawing/2014/main" id="{6493A6A9-CCF1-46ED-A0AB-07EEC4CBCD4C}"/>
              </a:ext>
            </a:extLst>
          </p:cNvPr>
          <p:cNvSpPr>
            <a:spLocks xmlns:a="http://schemas.openxmlformats.org/drawingml/2006/main" noGrp="1"/>
          </p:cNvSpPr>
          <p:nvPr/>
        </p:nvSpPr>
        <p:spPr>
          <a:xfrm xmlns:a="http://schemas.openxmlformats.org/drawingml/2006/main">
            <a:off x="1600200" y="292417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START</a:t>
            </a:r>
          </a:p>
        </p:txBody>
      </p:sp>
      <p:sp>
        <p:nvSpPr>
          <p:cNvPr id="11" name="eb1">
            <a:extLst xmlns:a="http://schemas.openxmlformats.org/drawingml/2006/main">
              <a:ext uri="{FF2B5EF4-FFF2-40B4-BE49-F238E27FC236}">
                <a16:creationId xmlns:a16="http://schemas.microsoft.com/office/drawing/2014/main" id="{460168E1-3EA0-41CC-825C-9FB9FA6D6D73}"/>
              </a:ext>
            </a:extLst>
          </p:cNvPr>
          <p:cNvSpPr>
            <a:spLocks xmlns:a="http://schemas.openxmlformats.org/drawingml/2006/main" noGrp="1"/>
          </p:cNvSpPr>
          <p:nvPr/>
        </p:nvSpPr>
        <p:spPr>
          <a:xfrm xmlns:a="http://schemas.openxmlformats.org/drawingml/2006/main">
            <a:off x="3619500" y="292417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크기 · SHA-256 · session 확인</a:t>
            </a:r>
          </a:p>
        </p:txBody>
      </p:sp>
      <p:sp>
        <p:nvSpPr>
          <p:cNvPr id="12" name="el1">
            <a:extLst xmlns:a="http://schemas.openxmlformats.org/drawingml/2006/main">
              <a:ext uri="{FF2B5EF4-FFF2-40B4-BE49-F238E27FC236}">
                <a16:creationId xmlns:a16="http://schemas.microsoft.com/office/drawing/2014/main" id="{6764E2AD-9C96-4C8D-AF2F-45F3E5385365}"/>
              </a:ext>
            </a:extLst>
          </p:cNvPr>
          <p:cNvSpPr>
            <a:spLocks xmlns:a="http://schemas.openxmlformats.org/drawingml/2006/main" noGrp="1"/>
          </p:cNvSpPr>
          <p:nvPr/>
        </p:nvSpPr>
        <p:spPr>
          <a:xfrm xmlns:a="http://schemas.openxmlformats.org/drawingml/2006/main">
            <a:off x="1123950" y="3390900"/>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3" name="en2">
            <a:extLst xmlns:a="http://schemas.openxmlformats.org/drawingml/2006/main">
              <a:ext uri="{FF2B5EF4-FFF2-40B4-BE49-F238E27FC236}">
                <a16:creationId xmlns:a16="http://schemas.microsoft.com/office/drawing/2014/main" id="{1BA8AE59-1DD9-499C-9BD0-4E2233FC2182}"/>
              </a:ext>
            </a:extLst>
          </p:cNvPr>
          <p:cNvSpPr>
            <a:spLocks xmlns:a="http://schemas.openxmlformats.org/drawingml/2006/main" noGrp="1"/>
          </p:cNvSpPr>
          <p:nvPr/>
        </p:nvSpPr>
        <p:spPr>
          <a:xfrm xmlns:a="http://schemas.openxmlformats.org/drawingml/2006/main">
            <a:off x="914400" y="37909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3</a:t>
            </a:r>
          </a:p>
        </p:txBody>
      </p:sp>
      <p:sp>
        <p:nvSpPr>
          <p:cNvPr id="14" name="eh2">
            <a:extLst xmlns:a="http://schemas.openxmlformats.org/drawingml/2006/main">
              <a:ext uri="{FF2B5EF4-FFF2-40B4-BE49-F238E27FC236}">
                <a16:creationId xmlns:a16="http://schemas.microsoft.com/office/drawing/2014/main" id="{DFEED440-1AF2-4847-BCE8-1D8C6A660781}"/>
              </a:ext>
            </a:extLst>
          </p:cNvPr>
          <p:cNvSpPr>
            <a:spLocks xmlns:a="http://schemas.openxmlformats.org/drawingml/2006/main" noGrp="1"/>
          </p:cNvSpPr>
          <p:nvPr/>
        </p:nvSpPr>
        <p:spPr>
          <a:xfrm xmlns:a="http://schemas.openxmlformats.org/drawingml/2006/main">
            <a:off x="1600200" y="379095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DATA</a:t>
            </a:r>
          </a:p>
        </p:txBody>
      </p:sp>
      <p:sp>
        <p:nvSpPr>
          <p:cNvPr id="15" name="eb2">
            <a:extLst xmlns:a="http://schemas.openxmlformats.org/drawingml/2006/main">
              <a:ext uri="{FF2B5EF4-FFF2-40B4-BE49-F238E27FC236}">
                <a16:creationId xmlns:a16="http://schemas.microsoft.com/office/drawing/2014/main" id="{D064AA63-5960-48EE-BCB6-AC23D0D88A1F}"/>
              </a:ext>
            </a:extLst>
          </p:cNvPr>
          <p:cNvSpPr>
            <a:spLocks xmlns:a="http://schemas.openxmlformats.org/drawingml/2006/main" noGrp="1"/>
          </p:cNvSpPr>
          <p:nvPr/>
        </p:nvSpPr>
        <p:spPr>
          <a:xfrm xmlns:a="http://schemas.openxmlformats.org/drawingml/2006/main">
            <a:off x="3619500" y="37909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sequence 확인 후 OTA partition write</a:t>
            </a:r>
          </a:p>
        </p:txBody>
      </p:sp>
      <p:sp>
        <p:nvSpPr>
          <p:cNvPr id="16" name="el2">
            <a:extLst xmlns:a="http://schemas.openxmlformats.org/drawingml/2006/main">
              <a:ext uri="{FF2B5EF4-FFF2-40B4-BE49-F238E27FC236}">
                <a16:creationId xmlns:a16="http://schemas.microsoft.com/office/drawing/2014/main" id="{A6005358-94A7-44E3-84E7-AEC6F26A8B1D}"/>
              </a:ext>
            </a:extLst>
          </p:cNvPr>
          <p:cNvSpPr>
            <a:spLocks xmlns:a="http://schemas.openxmlformats.org/drawingml/2006/main" noGrp="1"/>
          </p:cNvSpPr>
          <p:nvPr/>
        </p:nvSpPr>
        <p:spPr>
          <a:xfrm xmlns:a="http://schemas.openxmlformats.org/drawingml/2006/main">
            <a:off x="1123950" y="4257675"/>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7" name="en3">
            <a:extLst xmlns:a="http://schemas.openxmlformats.org/drawingml/2006/main">
              <a:ext uri="{FF2B5EF4-FFF2-40B4-BE49-F238E27FC236}">
                <a16:creationId xmlns:a16="http://schemas.microsoft.com/office/drawing/2014/main" id="{D783C806-18D1-4C2E-800F-3F1CAEAE177B}"/>
              </a:ext>
            </a:extLst>
          </p:cNvPr>
          <p:cNvSpPr>
            <a:spLocks xmlns:a="http://schemas.openxmlformats.org/drawingml/2006/main" noGrp="1"/>
          </p:cNvSpPr>
          <p:nvPr/>
        </p:nvSpPr>
        <p:spPr>
          <a:xfrm xmlns:a="http://schemas.openxmlformats.org/drawingml/2006/main">
            <a:off x="914400" y="465772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4</a:t>
            </a:r>
          </a:p>
        </p:txBody>
      </p:sp>
      <p:sp>
        <p:nvSpPr>
          <p:cNvPr id="18" name="eh3">
            <a:extLst xmlns:a="http://schemas.openxmlformats.org/drawingml/2006/main">
              <a:ext uri="{FF2B5EF4-FFF2-40B4-BE49-F238E27FC236}">
                <a16:creationId xmlns:a16="http://schemas.microsoft.com/office/drawing/2014/main" id="{6D148449-0F61-4FBA-9956-D0E5E9B47374}"/>
              </a:ext>
            </a:extLst>
          </p:cNvPr>
          <p:cNvSpPr>
            <a:spLocks xmlns:a="http://schemas.openxmlformats.org/drawingml/2006/main" noGrp="1"/>
          </p:cNvSpPr>
          <p:nvPr/>
        </p:nvSpPr>
        <p:spPr>
          <a:xfrm xmlns:a="http://schemas.openxmlformats.org/drawingml/2006/main">
            <a:off x="1600200" y="4657725"/>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ACK/NACK</a:t>
            </a:r>
          </a:p>
        </p:txBody>
      </p:sp>
      <p:sp>
        <p:nvSpPr>
          <p:cNvPr id="19" name="eb3">
            <a:extLst xmlns:a="http://schemas.openxmlformats.org/drawingml/2006/main">
              <a:ext uri="{FF2B5EF4-FFF2-40B4-BE49-F238E27FC236}">
                <a16:creationId xmlns:a16="http://schemas.microsoft.com/office/drawing/2014/main" id="{08A71F26-E118-4369-96DC-85AD7DBC8DDD}"/>
              </a:ext>
            </a:extLst>
          </p:cNvPr>
          <p:cNvSpPr>
            <a:spLocks xmlns:a="http://schemas.openxmlformats.org/drawingml/2006/main" noGrp="1"/>
          </p:cNvSpPr>
          <p:nvPr/>
        </p:nvSpPr>
        <p:spPr>
          <a:xfrm xmlns:a="http://schemas.openxmlformats.org/drawingml/2006/main">
            <a:off x="3619500" y="4657725"/>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배치 누락 목록 응답</a:t>
            </a:r>
          </a:p>
        </p:txBody>
      </p:sp>
      <p:sp>
        <p:nvSpPr>
          <p:cNvPr id="20" name="el3">
            <a:extLst xmlns:a="http://schemas.openxmlformats.org/drawingml/2006/main">
              <a:ext uri="{FF2B5EF4-FFF2-40B4-BE49-F238E27FC236}">
                <a16:creationId xmlns:a16="http://schemas.microsoft.com/office/drawing/2014/main" id="{9226D864-A8A3-4042-A7F1-97A26C9A2E70}"/>
              </a:ext>
            </a:extLst>
          </p:cNvPr>
          <p:cNvSpPr>
            <a:spLocks xmlns:a="http://schemas.openxmlformats.org/drawingml/2006/main" noGrp="1"/>
          </p:cNvSpPr>
          <p:nvPr/>
        </p:nvSpPr>
        <p:spPr>
          <a:xfrm xmlns:a="http://schemas.openxmlformats.org/drawingml/2006/main">
            <a:off x="1123950" y="5124450"/>
            <a:ext cx="19050" cy="40005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21" name="en4">
            <a:extLst xmlns:a="http://schemas.openxmlformats.org/drawingml/2006/main">
              <a:ext uri="{FF2B5EF4-FFF2-40B4-BE49-F238E27FC236}">
                <a16:creationId xmlns:a16="http://schemas.microsoft.com/office/drawing/2014/main" id="{43345054-A0FC-404F-BFBE-F234F12D0A13}"/>
              </a:ext>
            </a:extLst>
          </p:cNvPr>
          <p:cNvSpPr>
            <a:spLocks xmlns:a="http://schemas.openxmlformats.org/drawingml/2006/main" noGrp="1"/>
          </p:cNvSpPr>
          <p:nvPr/>
        </p:nvSpPr>
        <p:spPr>
          <a:xfrm xmlns:a="http://schemas.openxmlformats.org/drawingml/2006/main">
            <a:off x="914400" y="55245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a:solidFill>
                  <a:srgbClr val="C84308"/>
                </a:solidFill>
              </a:defRPr>
            </a:pPr>
            <a:r>
              <a:rPr sz="1950" b="1">
                <a:solidFill>
                  <a:srgbClr val="C84308"/>
                </a:solidFill>
              </a:rPr>
              <a:t>5</a:t>
            </a:r>
          </a:p>
        </p:txBody>
      </p:sp>
      <p:sp>
        <p:nvSpPr>
          <p:cNvPr id="22" name="eh4">
            <a:extLst xmlns:a="http://schemas.openxmlformats.org/drawingml/2006/main">
              <a:ext uri="{FF2B5EF4-FFF2-40B4-BE49-F238E27FC236}">
                <a16:creationId xmlns:a16="http://schemas.microsoft.com/office/drawing/2014/main" id="{AFB19A3A-FADB-4849-BAFC-32358AC45068}"/>
              </a:ext>
            </a:extLst>
          </p:cNvPr>
          <p:cNvSpPr>
            <a:spLocks xmlns:a="http://schemas.openxmlformats.org/drawingml/2006/main" noGrp="1"/>
          </p:cNvSpPr>
          <p:nvPr/>
        </p:nvSpPr>
        <p:spPr>
          <a:xfrm xmlns:a="http://schemas.openxmlformats.org/drawingml/2006/main">
            <a:off x="1600200" y="552450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END</a:t>
            </a:r>
          </a:p>
        </p:txBody>
      </p:sp>
      <p:sp>
        <p:nvSpPr>
          <p:cNvPr id="23" name="eb4">
            <a:extLst xmlns:a="http://schemas.openxmlformats.org/drawingml/2006/main">
              <a:ext uri="{FF2B5EF4-FFF2-40B4-BE49-F238E27FC236}">
                <a16:creationId xmlns:a16="http://schemas.microsoft.com/office/drawing/2014/main" id="{86536F35-94C3-408A-B001-990792912D60}"/>
              </a:ext>
            </a:extLst>
          </p:cNvPr>
          <p:cNvSpPr>
            <a:spLocks xmlns:a="http://schemas.openxmlformats.org/drawingml/2006/main" noGrp="1"/>
          </p:cNvSpPr>
          <p:nvPr/>
        </p:nvSpPr>
        <p:spPr>
          <a:xfrm xmlns:a="http://schemas.openxmlformats.org/drawingml/2006/main">
            <a:off x="3619500" y="55245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전체 SHA-256 검증 · boot partition 변경</a:t>
            </a:r>
          </a:p>
        </p:txBody>
      </p:sp>
      <p:sp>
        <p:nvSpPr>
          <p:cNvPr id="24" name="part">
            <a:extLst xmlns:a="http://schemas.openxmlformats.org/drawingml/2006/main">
              <a:ext uri="{FF2B5EF4-FFF2-40B4-BE49-F238E27FC236}">
                <a16:creationId xmlns:a16="http://schemas.microsoft.com/office/drawing/2014/main" id="{95CD822D-0A10-4D77-B621-95103B958745}"/>
              </a:ext>
            </a:extLst>
          </p:cNvPr>
          <p:cNvSpPr>
            <a:spLocks xmlns:a="http://schemas.openxmlformats.org/drawingml/2006/main" noGrp="1"/>
          </p:cNvSpPr>
          <p:nvPr/>
        </p:nvSpPr>
        <p:spPr>
          <a:xfrm xmlns:a="http://schemas.openxmlformats.org/drawingml/2006/main">
            <a:off x="9715500" y="2238375"/>
            <a:ext cx="3086100" cy="3143250"/>
          </a:xfrm>
          <a:prstGeom xmlns:a="http://schemas.openxmlformats.org/drawingml/2006/main" prst="rect">
            <a:avLst/>
          </a:prstGeom>
          <a:solidFill xmlns:a="http://schemas.openxmlformats.org/drawingml/2006/main">
            <a:srgbClr val="FBF2ED"/>
          </a:solidFill>
          <a:ln xmlns:a="http://schemas.openxmlformats.org/drawingml/2006/main" w="14288">
            <a:solidFill>
              <a:srgbClr val="C84308"/>
            </a:solidFill>
            <a:prstDash val="solid"/>
          </a:ln>
        </p:spPr>
      </p:sp>
      <p:sp>
        <p:nvSpPr>
          <p:cNvPr id="25" name="part-h">
            <a:extLst xmlns:a="http://schemas.openxmlformats.org/drawingml/2006/main">
              <a:ext uri="{FF2B5EF4-FFF2-40B4-BE49-F238E27FC236}">
                <a16:creationId xmlns:a16="http://schemas.microsoft.com/office/drawing/2014/main" id="{82224703-4313-478F-AF88-AD7FDA406349}"/>
              </a:ext>
            </a:extLst>
          </p:cNvPr>
          <p:cNvSpPr>
            <a:spLocks xmlns:a="http://schemas.openxmlformats.org/drawingml/2006/main" noGrp="1"/>
          </p:cNvSpPr>
          <p:nvPr/>
        </p:nvSpPr>
        <p:spPr>
          <a:xfrm xmlns:a="http://schemas.openxmlformats.org/drawingml/2006/main">
            <a:off x="9953625" y="2457450"/>
            <a:ext cx="2609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C84308"/>
                </a:solidFill>
              </a:defRPr>
            </a:pPr>
            <a:r>
              <a:rPr sz="1575" b="1">
                <a:solidFill>
                  <a:srgbClr val="C84308"/>
                </a:solidFill>
              </a:rPr>
              <a:t>Dual OTA Partition</a:t>
            </a:r>
          </a:p>
        </p:txBody>
      </p:sp>
      <p:sp>
        <p:nvSpPr>
          <p:cNvPr id="26" name="run">
            <a:extLst xmlns:a="http://schemas.openxmlformats.org/drawingml/2006/main">
              <a:ext uri="{FF2B5EF4-FFF2-40B4-BE49-F238E27FC236}">
                <a16:creationId xmlns:a16="http://schemas.microsoft.com/office/drawing/2014/main" id="{98FABA61-0221-4F49-B0B6-7A00EF609FE1}"/>
              </a:ext>
            </a:extLst>
          </p:cNvPr>
          <p:cNvSpPr>
            <a:spLocks xmlns:a="http://schemas.openxmlformats.org/drawingml/2006/main" noGrp="1"/>
          </p:cNvSpPr>
          <p:nvPr/>
        </p:nvSpPr>
        <p:spPr>
          <a:xfrm xmlns:a="http://schemas.openxmlformats.org/drawingml/2006/main">
            <a:off x="10115550" y="3162300"/>
            <a:ext cx="22860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171412"/>
            </a:solidFill>
            <a:prstDash val="solid"/>
          </a:ln>
        </p:spPr>
      </p:sp>
      <p:sp>
        <p:nvSpPr>
          <p:cNvPr id="27" name="run-t">
            <a:extLst xmlns:a="http://schemas.openxmlformats.org/drawingml/2006/main">
              <a:ext uri="{FF2B5EF4-FFF2-40B4-BE49-F238E27FC236}">
                <a16:creationId xmlns:a16="http://schemas.microsoft.com/office/drawing/2014/main" id="{E08B06D5-E277-44B0-AE9F-EE03CB70B5D6}"/>
              </a:ext>
            </a:extLst>
          </p:cNvPr>
          <p:cNvSpPr>
            <a:spLocks xmlns:a="http://schemas.openxmlformats.org/drawingml/2006/main" noGrp="1"/>
          </p:cNvSpPr>
          <p:nvPr/>
        </p:nvSpPr>
        <p:spPr>
          <a:xfrm xmlns:a="http://schemas.openxmlformats.org/drawingml/2006/main">
            <a:off x="10115550" y="3162300"/>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171412"/>
                </a:solidFill>
              </a:defRPr>
            </a:pPr>
            <a:r>
              <a:rPr sz="1350" b="1">
                <a:solidFill>
                  <a:srgbClr val="171412"/>
                </a:solidFill>
              </a:rPr>
              <a:t>현재 실행 이미지</a:t>
            </a:r>
          </a:p>
        </p:txBody>
      </p:sp>
      <p:sp>
        <p:nvSpPr>
          <p:cNvPr id="28" name="next">
            <a:extLst xmlns:a="http://schemas.openxmlformats.org/drawingml/2006/main">
              <a:ext uri="{FF2B5EF4-FFF2-40B4-BE49-F238E27FC236}">
                <a16:creationId xmlns:a16="http://schemas.microsoft.com/office/drawing/2014/main" id="{A2F6DAAD-3F12-401C-B1C8-2A0310E01033}"/>
              </a:ext>
            </a:extLst>
          </p:cNvPr>
          <p:cNvSpPr>
            <a:spLocks xmlns:a="http://schemas.openxmlformats.org/drawingml/2006/main" noGrp="1"/>
          </p:cNvSpPr>
          <p:nvPr/>
        </p:nvSpPr>
        <p:spPr>
          <a:xfrm xmlns:a="http://schemas.openxmlformats.org/drawingml/2006/main">
            <a:off x="10115550" y="4143375"/>
            <a:ext cx="2286000" cy="619125"/>
          </a:xfrm>
          <a:prstGeom xmlns:a="http://schemas.openxmlformats.org/drawingml/2006/main" prst="rect">
            <a:avLst/>
          </a:prstGeom>
          <a:solidFill xmlns:a="http://schemas.openxmlformats.org/drawingml/2006/main">
            <a:srgbClr val="EEF7F2"/>
          </a:solidFill>
          <a:ln xmlns:a="http://schemas.openxmlformats.org/drawingml/2006/main" w="14288">
            <a:solidFill>
              <a:srgbClr val="237A57"/>
            </a:solidFill>
            <a:prstDash val="solid"/>
          </a:ln>
        </p:spPr>
      </p:sp>
      <p:sp>
        <p:nvSpPr>
          <p:cNvPr id="29" name="next-t">
            <a:extLst xmlns:a="http://schemas.openxmlformats.org/drawingml/2006/main">
              <a:ext uri="{FF2B5EF4-FFF2-40B4-BE49-F238E27FC236}">
                <a16:creationId xmlns:a16="http://schemas.microsoft.com/office/drawing/2014/main" id="{625ECF53-1832-4452-965D-8F9309CB4E4E}"/>
              </a:ext>
            </a:extLst>
          </p:cNvPr>
          <p:cNvSpPr>
            <a:spLocks xmlns:a="http://schemas.openxmlformats.org/drawingml/2006/main" noGrp="1"/>
          </p:cNvSpPr>
          <p:nvPr/>
        </p:nvSpPr>
        <p:spPr>
          <a:xfrm xmlns:a="http://schemas.openxmlformats.org/drawingml/2006/main">
            <a:off x="10115550" y="4143375"/>
            <a:ext cx="228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37A57"/>
                </a:solidFill>
              </a:defRPr>
            </a:pPr>
            <a:r>
              <a:rPr sz="1350" b="1">
                <a:solidFill>
                  <a:srgbClr val="237A57"/>
                </a:solidFill>
              </a:rPr>
              <a:t>검증 후 다음 부팅</a:t>
            </a:r>
          </a:p>
        </p:txBody>
      </p:sp>
      <p:sp>
        <p:nvSpPr>
          <p:cNvPr id="30" name="pal">
            <a:extLst xmlns:a="http://schemas.openxmlformats.org/drawingml/2006/main">
              <a:ext uri="{FF2B5EF4-FFF2-40B4-BE49-F238E27FC236}">
                <a16:creationId xmlns:a16="http://schemas.microsoft.com/office/drawing/2014/main" id="{0BC4FBE0-A3D3-4A9E-A6DD-B2E610E7864F}"/>
              </a:ext>
            </a:extLst>
          </p:cNvPr>
          <p:cNvSpPr>
            <a:spLocks xmlns:a="http://schemas.openxmlformats.org/drawingml/2006/main" noGrp="1"/>
          </p:cNvSpPr>
          <p:nvPr/>
        </p:nvSpPr>
        <p:spPr>
          <a:xfrm xmlns:a="http://schemas.openxmlformats.org/drawingml/2006/main">
            <a:off x="11058525" y="3924300"/>
            <a:ext cx="285750" cy="28575"/>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31" name="pah">
            <a:extLst xmlns:a="http://schemas.openxmlformats.org/drawingml/2006/main">
              <a:ext uri="{FF2B5EF4-FFF2-40B4-BE49-F238E27FC236}">
                <a16:creationId xmlns:a16="http://schemas.microsoft.com/office/drawing/2014/main" id="{FBA64702-6938-4BCE-814C-6FBB26748A4D}"/>
              </a:ext>
            </a:extLst>
          </p:cNvPr>
          <p:cNvSpPr>
            <a:spLocks xmlns:a="http://schemas.openxmlformats.org/drawingml/2006/main" noGrp="1"/>
          </p:cNvSpPr>
          <p:nvPr/>
        </p:nvSpPr>
        <p:spPr>
          <a:xfrm xmlns:a="http://schemas.openxmlformats.org/drawingml/2006/main">
            <a:off x="11287125" y="3848100"/>
            <a:ext cx="171450" cy="190500"/>
          </a:xfrm>
          <a:prstGeom xmlns:a="http://schemas.openxmlformats.org/drawingml/2006/main" prst="chevron">
            <a:avLst/>
          </a:prstGeom>
          <a:solidFill xmlns:a="http://schemas.openxmlformats.org/drawingml/2006/main">
            <a:srgbClr val="C84308"/>
          </a:solidFill>
          <a:ln xmlns:a="http://schemas.openxmlformats.org/drawingml/2006/main" w="0">
            <a:solidFill>
              <a:srgbClr val="C84308"/>
            </a:solidFill>
            <a:prstDash val="solid"/>
          </a:ln>
        </p:spPr>
      </p:sp>
      <p:sp>
        <p:nvSpPr>
          <p:cNvPr id="32" name="nvs">
            <a:extLst xmlns:a="http://schemas.openxmlformats.org/drawingml/2006/main">
              <a:ext uri="{FF2B5EF4-FFF2-40B4-BE49-F238E27FC236}">
                <a16:creationId xmlns:a16="http://schemas.microsoft.com/office/drawing/2014/main" id="{07298085-DAC9-4EBB-9CB8-9C7B4B554E7B}"/>
              </a:ext>
            </a:extLst>
          </p:cNvPr>
          <p:cNvSpPr>
            <a:spLocks xmlns:a="http://schemas.openxmlformats.org/drawingml/2006/main" noGrp="1"/>
          </p:cNvSpPr>
          <p:nvPr/>
        </p:nvSpPr>
        <p:spPr>
          <a:xfrm xmlns:a="http://schemas.openxmlformats.org/drawingml/2006/main">
            <a:off x="914400" y="6553200"/>
            <a:ext cx="11887200" cy="40005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33" name="nvs-t">
            <a:extLst xmlns:a="http://schemas.openxmlformats.org/drawingml/2006/main">
              <a:ext uri="{FF2B5EF4-FFF2-40B4-BE49-F238E27FC236}">
                <a16:creationId xmlns:a16="http://schemas.microsoft.com/office/drawing/2014/main" id="{8E72D829-9A11-447C-A48B-AAAB3DBBB287}"/>
              </a:ext>
            </a:extLst>
          </p:cNvPr>
          <p:cNvSpPr>
            <a:spLocks xmlns:a="http://schemas.openxmlformats.org/drawingml/2006/main" noGrp="1"/>
          </p:cNvSpPr>
          <p:nvPr/>
        </p:nvSpPr>
        <p:spPr>
          <a:xfrm xmlns:a="http://schemas.openxmlformats.org/drawingml/2006/main">
            <a:off x="1143000" y="6553200"/>
            <a:ext cx="1143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FHSS CONFIG은 pending, ACTIVATE 이후 active로 관리하고 재부팅에도 필요한 설정을 NVS에 보존</a:t>
            </a:r>
          </a:p>
        </p:txBody>
      </p:sp>
    </p:spTree>
    <p:extLst>
      <p:ext uri="{BB962C8B-B14F-4D97-AF65-F5344CB8AC3E}">
        <p14:creationId xmlns:p14="http://schemas.microsoft.com/office/powerpoint/2010/main" val="49040668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
            <a:extLst xmlns:a="http://schemas.openxmlformats.org/drawingml/2006/main">
              <a:ext uri="{FF2B5EF4-FFF2-40B4-BE49-F238E27FC236}">
                <a16:creationId xmlns:a16="http://schemas.microsoft.com/office/drawing/2014/main" id="{367DADD7-8799-45D0-AB44-4AF372962063}"/>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10 · INTEGRATION TROUBLESHOOTING</a:t>
            </a:r>
          </a:p>
        </p:txBody>
      </p:sp>
      <p:sp>
        <p:nvSpPr>
          <p:cNvPr id="2" name="title">
            <a:extLst xmlns:a="http://schemas.openxmlformats.org/drawingml/2006/main">
              <a:ext uri="{FF2B5EF4-FFF2-40B4-BE49-F238E27FC236}">
                <a16:creationId xmlns:a16="http://schemas.microsoft.com/office/drawing/2014/main" id="{987C1267-CBD9-4601-8A55-00DF54B625A2}"/>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문제는 RF보다 상태 의미와 타이밍 경계에서 발생</a:t>
            </a:r>
          </a:p>
        </p:txBody>
      </p:sp>
      <p:sp>
        <p:nvSpPr>
          <p:cNvPr id="3" name="footer">
            <a:extLst xmlns:a="http://schemas.openxmlformats.org/drawingml/2006/main">
              <a:ext uri="{FF2B5EF4-FFF2-40B4-BE49-F238E27FC236}">
                <a16:creationId xmlns:a16="http://schemas.microsoft.com/office/drawing/2014/main" id="{C6F7CFE8-35BA-457F-827C-DD2F676C076A}"/>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65CADECA-297F-419C-A749-94D49F495602}"/>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11</a:t>
            </a:r>
          </a:p>
        </p:txBody>
      </p:sp>
      <p:sp>
        <p:nvSpPr>
          <p:cNvPr id="5" name="p">
            <a:extLst xmlns:a="http://schemas.openxmlformats.org/drawingml/2006/main">
              <a:ext uri="{FF2B5EF4-FFF2-40B4-BE49-F238E27FC236}">
                <a16:creationId xmlns:a16="http://schemas.microsoft.com/office/drawing/2014/main" id="{4A5351F0-7C1A-485F-B0DE-F1E835B397F9}"/>
              </a:ext>
            </a:extLst>
          </p:cNvPr>
          <p:cNvSpPr>
            <a:spLocks xmlns:a="http://schemas.openxmlformats.org/drawingml/2006/main" noGrp="1"/>
          </p:cNvSpPr>
          <p:nvPr/>
        </p:nvSpPr>
        <p:spPr>
          <a:xfrm xmlns:a="http://schemas.openxmlformats.org/drawingml/2006/main">
            <a:off x="914400" y="19526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F6A65"/>
                </a:solidFill>
              </a:defRPr>
            </a:pPr>
            <a:r>
              <a:rPr sz="1200" b="0">
                <a:solidFill>
                  <a:srgbClr val="6F6A65"/>
                </a:solidFill>
              </a:rPr>
              <a:t>현상</a:t>
            </a:r>
          </a:p>
        </p:txBody>
      </p:sp>
      <p:sp>
        <p:nvSpPr>
          <p:cNvPr id="6" name="c">
            <a:extLst xmlns:a="http://schemas.openxmlformats.org/drawingml/2006/main">
              <a:ext uri="{FF2B5EF4-FFF2-40B4-BE49-F238E27FC236}">
                <a16:creationId xmlns:a16="http://schemas.microsoft.com/office/drawing/2014/main" id="{6463DF87-0256-403A-87A2-6803E515CEE2}"/>
              </a:ext>
            </a:extLst>
          </p:cNvPr>
          <p:cNvSpPr>
            <a:spLocks xmlns:a="http://schemas.openxmlformats.org/drawingml/2006/main" noGrp="1"/>
          </p:cNvSpPr>
          <p:nvPr/>
        </p:nvSpPr>
        <p:spPr>
          <a:xfrm xmlns:a="http://schemas.openxmlformats.org/drawingml/2006/main">
            <a:off x="4095750" y="19526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F6A65"/>
                </a:solidFill>
              </a:defRPr>
            </a:pPr>
            <a:r>
              <a:rPr sz="1200" b="0">
                <a:solidFill>
                  <a:srgbClr val="6F6A65"/>
                </a:solidFill>
              </a:rPr>
              <a:t>원인</a:t>
            </a:r>
          </a:p>
        </p:txBody>
      </p:sp>
      <p:sp>
        <p:nvSpPr>
          <p:cNvPr id="7" name="f">
            <a:extLst xmlns:a="http://schemas.openxmlformats.org/drawingml/2006/main">
              <a:ext uri="{FF2B5EF4-FFF2-40B4-BE49-F238E27FC236}">
                <a16:creationId xmlns:a16="http://schemas.microsoft.com/office/drawing/2014/main" id="{928E989D-19B2-4F43-A6B4-67D2664AC844}"/>
              </a:ext>
            </a:extLst>
          </p:cNvPr>
          <p:cNvSpPr>
            <a:spLocks xmlns:a="http://schemas.openxmlformats.org/drawingml/2006/main" noGrp="1"/>
          </p:cNvSpPr>
          <p:nvPr/>
        </p:nvSpPr>
        <p:spPr>
          <a:xfrm xmlns:a="http://schemas.openxmlformats.org/drawingml/2006/main">
            <a:off x="7953375" y="19526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6F6A65"/>
                </a:solidFill>
              </a:defRPr>
            </a:pPr>
            <a:r>
              <a:rPr sz="1200" b="0">
                <a:solidFill>
                  <a:srgbClr val="6F6A65"/>
                </a:solidFill>
              </a:rPr>
              <a:t>조치</a:t>
            </a:r>
          </a:p>
        </p:txBody>
      </p:sp>
      <p:sp>
        <p:nvSpPr>
          <p:cNvPr id="8" name="hl">
            <a:extLst xmlns:a="http://schemas.openxmlformats.org/drawingml/2006/main">
              <a:ext uri="{FF2B5EF4-FFF2-40B4-BE49-F238E27FC236}">
                <a16:creationId xmlns:a16="http://schemas.microsoft.com/office/drawing/2014/main" id="{492C5A3A-F984-46DF-AA44-C3847B21CB50}"/>
              </a:ext>
            </a:extLst>
          </p:cNvPr>
          <p:cNvSpPr>
            <a:spLocks xmlns:a="http://schemas.openxmlformats.org/drawingml/2006/main" noGrp="1"/>
          </p:cNvSpPr>
          <p:nvPr/>
        </p:nvSpPr>
        <p:spPr>
          <a:xfrm xmlns:a="http://schemas.openxmlformats.org/drawingml/2006/main">
            <a:off x="914400" y="2333625"/>
            <a:ext cx="11887200" cy="19050"/>
          </a:xfrm>
          <a:prstGeom xmlns:a="http://schemas.openxmlformats.org/drawingml/2006/main" prst="rect">
            <a:avLst/>
          </a:prstGeom>
          <a:solidFill xmlns:a="http://schemas.openxmlformats.org/drawingml/2006/main">
            <a:srgbClr val="171412"/>
          </a:solidFill>
          <a:ln xmlns:a="http://schemas.openxmlformats.org/drawingml/2006/main" w="0">
            <a:noFill/>
            <a:prstDash val="solid"/>
          </a:ln>
        </p:spPr>
      </p:sp>
      <p:sp>
        <p:nvSpPr>
          <p:cNvPr id="9" name="r10">
            <a:extLst xmlns:a="http://schemas.openxmlformats.org/drawingml/2006/main">
              <a:ext uri="{FF2B5EF4-FFF2-40B4-BE49-F238E27FC236}">
                <a16:creationId xmlns:a16="http://schemas.microsoft.com/office/drawing/2014/main" id="{4CC5FDE7-7D2B-426B-AB8D-4C5AEB8AADEA}"/>
              </a:ext>
            </a:extLst>
          </p:cNvPr>
          <p:cNvSpPr>
            <a:spLocks xmlns:a="http://schemas.openxmlformats.org/drawingml/2006/main" noGrp="1"/>
          </p:cNvSpPr>
          <p:nvPr/>
        </p:nvSpPr>
        <p:spPr>
          <a:xfrm xmlns:a="http://schemas.openxmlformats.org/drawingml/2006/main">
            <a:off x="914400" y="25146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RX가 완전히 멎음</a:t>
            </a:r>
          </a:p>
        </p:txBody>
      </p:sp>
      <p:sp>
        <p:nvSpPr>
          <p:cNvPr id="10" name="r20">
            <a:extLst xmlns:a="http://schemas.openxmlformats.org/drawingml/2006/main">
              <a:ext uri="{FF2B5EF4-FFF2-40B4-BE49-F238E27FC236}">
                <a16:creationId xmlns:a16="http://schemas.microsoft.com/office/drawing/2014/main" id="{AF2FAE89-6013-4F60-B952-75A0655C81B3}"/>
              </a:ext>
            </a:extLst>
          </p:cNvPr>
          <p:cNvSpPr>
            <a:spLocks xmlns:a="http://schemas.openxmlformats.org/drawingml/2006/main" noGrp="1"/>
          </p:cNvSpPr>
          <p:nvPr/>
        </p:nvSpPr>
        <p:spPr>
          <a:xfrm xmlns:a="http://schemas.openxmlformats.org/drawingml/2006/main">
            <a:off x="4095750" y="25146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RXFIFO_OVERFLOW 0x11</a:t>
            </a:r>
          </a:p>
        </p:txBody>
      </p:sp>
      <p:sp>
        <p:nvSpPr>
          <p:cNvPr id="11" name="r30">
            <a:extLst xmlns:a="http://schemas.openxmlformats.org/drawingml/2006/main">
              <a:ext uri="{FF2B5EF4-FFF2-40B4-BE49-F238E27FC236}">
                <a16:creationId xmlns:a16="http://schemas.microsoft.com/office/drawing/2014/main" id="{018BF34C-C849-4831-8562-DA5E37BA4962}"/>
              </a:ext>
            </a:extLst>
          </p:cNvPr>
          <p:cNvSpPr>
            <a:spLocks xmlns:a="http://schemas.openxmlformats.org/drawingml/2006/main" noGrp="1"/>
          </p:cNvSpPr>
          <p:nvPr/>
        </p:nvSpPr>
        <p:spPr>
          <a:xfrm xmlns:a="http://schemas.openxmlformats.org/drawingml/2006/main">
            <a:off x="7953375" y="25146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IDLE → SFRX → SRX 자동 복구</a:t>
            </a:r>
          </a:p>
        </p:txBody>
      </p:sp>
      <p:sp>
        <p:nvSpPr>
          <p:cNvPr id="12" name="rb1">
            <a:extLst xmlns:a="http://schemas.openxmlformats.org/drawingml/2006/main">
              <a:ext uri="{FF2B5EF4-FFF2-40B4-BE49-F238E27FC236}">
                <a16:creationId xmlns:a16="http://schemas.microsoft.com/office/drawing/2014/main" id="{C7952122-53AF-4D5E-A474-56083C89F47F}"/>
              </a:ext>
            </a:extLst>
          </p:cNvPr>
          <p:cNvSpPr>
            <a:spLocks xmlns:a="http://schemas.openxmlformats.org/drawingml/2006/main" noGrp="1"/>
          </p:cNvSpPr>
          <p:nvPr/>
        </p:nvSpPr>
        <p:spPr>
          <a:xfrm xmlns:a="http://schemas.openxmlformats.org/drawingml/2006/main">
            <a:off x="723900" y="3267075"/>
            <a:ext cx="12268200" cy="71437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13" name="r11">
            <a:extLst xmlns:a="http://schemas.openxmlformats.org/drawingml/2006/main">
              <a:ext uri="{FF2B5EF4-FFF2-40B4-BE49-F238E27FC236}">
                <a16:creationId xmlns:a16="http://schemas.microsoft.com/office/drawing/2014/main" id="{9FF70D62-8577-4DCC-A226-F805351A85E8}"/>
              </a:ext>
            </a:extLst>
          </p:cNvPr>
          <p:cNvSpPr>
            <a:spLocks xmlns:a="http://schemas.openxmlformats.org/drawingml/2006/main" noGrp="1"/>
          </p:cNvSpPr>
          <p:nvPr/>
        </p:nvSpPr>
        <p:spPr>
          <a:xfrm xmlns:a="http://schemas.openxmlformats.org/drawingml/2006/main">
            <a:off x="914400" y="33147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슬롯 1부터 SYNC 거부</a:t>
            </a:r>
          </a:p>
        </p:txBody>
      </p:sp>
      <p:sp>
        <p:nvSpPr>
          <p:cNvPr id="14" name="r21">
            <a:extLst xmlns:a="http://schemas.openxmlformats.org/drawingml/2006/main">
              <a:ext uri="{FF2B5EF4-FFF2-40B4-BE49-F238E27FC236}">
                <a16:creationId xmlns:a16="http://schemas.microsoft.com/office/drawing/2014/main" id="{C9DA4805-A9B9-4E39-8DEF-0F4812AE9965}"/>
              </a:ext>
            </a:extLst>
          </p:cNvPr>
          <p:cNvSpPr>
            <a:spLocks xmlns:a="http://schemas.openxmlformats.org/drawingml/2006/main" noGrp="1"/>
          </p:cNvSpPr>
          <p:nvPr/>
        </p:nvSpPr>
        <p:spPr>
          <a:xfrm xmlns:a="http://schemas.openxmlformats.org/drawingml/2006/main">
            <a:off x="4095750" y="33147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hop_index 의미 불일치</a:t>
            </a:r>
          </a:p>
        </p:txBody>
      </p:sp>
      <p:sp>
        <p:nvSpPr>
          <p:cNvPr id="15" name="r31">
            <a:extLst xmlns:a="http://schemas.openxmlformats.org/drawingml/2006/main">
              <a:ext uri="{FF2B5EF4-FFF2-40B4-BE49-F238E27FC236}">
                <a16:creationId xmlns:a16="http://schemas.microsoft.com/office/drawing/2014/main" id="{9FA44006-9065-4F21-AC38-5E1B6311AA1E}"/>
              </a:ext>
            </a:extLst>
          </p:cNvPr>
          <p:cNvSpPr>
            <a:spLocks xmlns:a="http://schemas.openxmlformats.org/drawingml/2006/main" noGrp="1"/>
          </p:cNvSpPr>
          <p:nvPr/>
        </p:nvSpPr>
        <p:spPr>
          <a:xfrm xmlns:a="http://schemas.openxmlformats.org/drawingml/2006/main">
            <a:off x="7953375" y="33147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셔플 결과의 0-based index로 통일</a:t>
            </a:r>
          </a:p>
        </p:txBody>
      </p:sp>
      <p:sp>
        <p:nvSpPr>
          <p:cNvPr id="16" name="r12">
            <a:extLst xmlns:a="http://schemas.openxmlformats.org/drawingml/2006/main">
              <a:ext uri="{FF2B5EF4-FFF2-40B4-BE49-F238E27FC236}">
                <a16:creationId xmlns:a16="http://schemas.microsoft.com/office/drawing/2014/main" id="{09A3B96E-A1F8-4C4E-84E4-C6D9C50E50DC}"/>
              </a:ext>
            </a:extLst>
          </p:cNvPr>
          <p:cNvSpPr>
            <a:spLocks xmlns:a="http://schemas.openxmlformats.org/drawingml/2006/main" noGrp="1"/>
          </p:cNvSpPr>
          <p:nvPr/>
        </p:nvSpPr>
        <p:spPr>
          <a:xfrm xmlns:a="http://schemas.openxmlformats.org/drawingml/2006/main">
            <a:off x="914400" y="41148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초기 SYNC 획득 실패</a:t>
            </a:r>
          </a:p>
        </p:txBody>
      </p:sp>
      <p:sp>
        <p:nvSpPr>
          <p:cNvPr id="17" name="r22">
            <a:extLst xmlns:a="http://schemas.openxmlformats.org/drawingml/2006/main">
              <a:ext uri="{FF2B5EF4-FFF2-40B4-BE49-F238E27FC236}">
                <a16:creationId xmlns:a16="http://schemas.microsoft.com/office/drawing/2014/main" id="{448D5BA2-AEA2-4A24-8392-3D5683221E79}"/>
              </a:ext>
            </a:extLst>
          </p:cNvPr>
          <p:cNvSpPr>
            <a:spLocks xmlns:a="http://schemas.openxmlformats.org/drawingml/2006/main" noGrp="1"/>
          </p:cNvSpPr>
          <p:nvPr/>
        </p:nvSpPr>
        <p:spPr>
          <a:xfrm xmlns:a="http://schemas.openxmlformats.org/drawingml/2006/main">
            <a:off x="4095750" y="41148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같은 slot을 여러 번 송신</a:t>
            </a:r>
          </a:p>
        </p:txBody>
      </p:sp>
      <p:sp>
        <p:nvSpPr>
          <p:cNvPr id="18" name="r32">
            <a:extLst xmlns:a="http://schemas.openxmlformats.org/drawingml/2006/main">
              <a:ext uri="{FF2B5EF4-FFF2-40B4-BE49-F238E27FC236}">
                <a16:creationId xmlns:a16="http://schemas.microsoft.com/office/drawing/2014/main" id="{2C49FA92-64F7-419C-88FC-954D8033816A}"/>
              </a:ext>
            </a:extLst>
          </p:cNvPr>
          <p:cNvSpPr>
            <a:spLocks xmlns:a="http://schemas.openxmlformats.org/drawingml/2006/main" noGrp="1"/>
          </p:cNvSpPr>
          <p:nvPr/>
        </p:nvSpPr>
        <p:spPr>
          <a:xfrm xmlns:a="http://schemas.openxmlformats.org/drawingml/2006/main">
            <a:off x="7953375" y="41148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실제 슬롯마다 SYNC 한 번만 송신</a:t>
            </a:r>
          </a:p>
        </p:txBody>
      </p:sp>
      <p:sp>
        <p:nvSpPr>
          <p:cNvPr id="19" name="rb3">
            <a:extLst xmlns:a="http://schemas.openxmlformats.org/drawingml/2006/main">
              <a:ext uri="{FF2B5EF4-FFF2-40B4-BE49-F238E27FC236}">
                <a16:creationId xmlns:a16="http://schemas.microsoft.com/office/drawing/2014/main" id="{2FCBC2A5-A428-4A0F-8BF8-D5BB07C23B40}"/>
              </a:ext>
            </a:extLst>
          </p:cNvPr>
          <p:cNvSpPr>
            <a:spLocks xmlns:a="http://schemas.openxmlformats.org/drawingml/2006/main" noGrp="1"/>
          </p:cNvSpPr>
          <p:nvPr/>
        </p:nvSpPr>
        <p:spPr>
          <a:xfrm xmlns:a="http://schemas.openxmlformats.org/drawingml/2006/main">
            <a:off x="723900" y="4867275"/>
            <a:ext cx="12268200" cy="714375"/>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0" name="r13">
            <a:extLst xmlns:a="http://schemas.openxmlformats.org/drawingml/2006/main">
              <a:ext uri="{FF2B5EF4-FFF2-40B4-BE49-F238E27FC236}">
                <a16:creationId xmlns:a16="http://schemas.microsoft.com/office/drawing/2014/main" id="{B9EE49B2-1A36-451A-80BE-2F11AA860B59}"/>
              </a:ext>
            </a:extLst>
          </p:cNvPr>
          <p:cNvSpPr>
            <a:spLocks xmlns:a="http://schemas.openxmlformats.org/drawingml/2006/main" noGrp="1"/>
          </p:cNvSpPr>
          <p:nvPr/>
        </p:nvSpPr>
        <p:spPr>
          <a:xfrm xmlns:a="http://schemas.openxmlformats.org/drawingml/2006/main">
            <a:off x="914400" y="49149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OTA_DATA write 실패</a:t>
            </a:r>
          </a:p>
        </p:txBody>
      </p:sp>
      <p:sp>
        <p:nvSpPr>
          <p:cNvPr id="21" name="r23">
            <a:extLst xmlns:a="http://schemas.openxmlformats.org/drawingml/2006/main">
              <a:ext uri="{FF2B5EF4-FFF2-40B4-BE49-F238E27FC236}">
                <a16:creationId xmlns:a16="http://schemas.microsoft.com/office/drawing/2014/main" id="{4444A01E-A4D5-4B66-A502-060986DB42F7}"/>
              </a:ext>
            </a:extLst>
          </p:cNvPr>
          <p:cNvSpPr>
            <a:spLocks xmlns:a="http://schemas.openxmlformats.org/drawingml/2006/main" noGrp="1"/>
          </p:cNvSpPr>
          <p:nvPr/>
        </p:nvSpPr>
        <p:spPr>
          <a:xfrm xmlns:a="http://schemas.openxmlformats.org/drawingml/2006/main">
            <a:off x="4095750" y="49149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DATA와 내부 SYNC TX 충돌</a:t>
            </a:r>
          </a:p>
        </p:txBody>
      </p:sp>
      <p:sp>
        <p:nvSpPr>
          <p:cNvPr id="22" name="r33">
            <a:extLst xmlns:a="http://schemas.openxmlformats.org/drawingml/2006/main">
              <a:ext uri="{FF2B5EF4-FFF2-40B4-BE49-F238E27FC236}">
                <a16:creationId xmlns:a16="http://schemas.microsoft.com/office/drawing/2014/main" id="{24E6AAB0-5F1D-49D7-A421-15168CE99917}"/>
              </a:ext>
            </a:extLst>
          </p:cNvPr>
          <p:cNvSpPr>
            <a:spLocks xmlns:a="http://schemas.openxmlformats.org/drawingml/2006/main" noGrp="1"/>
          </p:cNvSpPr>
          <p:nvPr/>
        </p:nvSpPr>
        <p:spPr>
          <a:xfrm xmlns:a="http://schemas.openxmlformats.org/drawingml/2006/main">
            <a:off x="7953375" y="49149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tx_lock으로 송신 직렬화</a:t>
            </a:r>
          </a:p>
        </p:txBody>
      </p:sp>
      <p:sp>
        <p:nvSpPr>
          <p:cNvPr id="23" name="r14">
            <a:extLst xmlns:a="http://schemas.openxmlformats.org/drawingml/2006/main">
              <a:ext uri="{FF2B5EF4-FFF2-40B4-BE49-F238E27FC236}">
                <a16:creationId xmlns:a16="http://schemas.microsoft.com/office/drawing/2014/main" id="{C84F9F87-8BDE-4426-837B-B51107DA5FA0}"/>
              </a:ext>
            </a:extLst>
          </p:cNvPr>
          <p:cNvSpPr>
            <a:spLocks xmlns:a="http://schemas.openxmlformats.org/drawingml/2006/main" noGrp="1"/>
          </p:cNvSpPr>
          <p:nvPr/>
        </p:nvSpPr>
        <p:spPr>
          <a:xfrm xmlns:a="http://schemas.openxmlformats.org/drawingml/2006/main">
            <a:off x="914400" y="57150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71412"/>
                </a:solidFill>
              </a:defRPr>
            </a:pPr>
            <a:r>
              <a:rPr sz="1350" b="1">
                <a:solidFill>
                  <a:srgbClr val="171412"/>
                </a:solidFill>
              </a:rPr>
              <a:t>FHSS OTA가 매우 느림</a:t>
            </a:r>
          </a:p>
        </p:txBody>
      </p:sp>
      <p:sp>
        <p:nvSpPr>
          <p:cNvPr id="24" name="r24">
            <a:extLst xmlns:a="http://schemas.openxmlformats.org/drawingml/2006/main">
              <a:ext uri="{FF2B5EF4-FFF2-40B4-BE49-F238E27FC236}">
                <a16:creationId xmlns:a16="http://schemas.microsoft.com/office/drawing/2014/main" id="{5405B199-92B0-4637-84BD-645657C2EEBE}"/>
              </a:ext>
            </a:extLst>
          </p:cNvPr>
          <p:cNvSpPr>
            <a:spLocks xmlns:a="http://schemas.openxmlformats.org/drawingml/2006/main" noGrp="1"/>
          </p:cNvSpPr>
          <p:nvPr/>
        </p:nvSpPr>
        <p:spPr>
          <a:xfrm xmlns:a="http://schemas.openxmlformats.org/drawingml/2006/main">
            <a:off x="4095750" y="5715000"/>
            <a:ext cx="342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6F6A65"/>
                </a:solidFill>
              </a:defRPr>
            </a:pPr>
            <a:r>
              <a:rPr sz="1275" b="0">
                <a:solidFill>
                  <a:srgbClr val="6F6A65"/>
                </a:solidFill>
              </a:rPr>
              <a:t>300ms 슬롯당 1패킷 제한</a:t>
            </a:r>
          </a:p>
        </p:txBody>
      </p:sp>
      <p:sp>
        <p:nvSpPr>
          <p:cNvPr id="25" name="r34">
            <a:extLst xmlns:a="http://schemas.openxmlformats.org/drawingml/2006/main">
              <a:ext uri="{FF2B5EF4-FFF2-40B4-BE49-F238E27FC236}">
                <a16:creationId xmlns:a16="http://schemas.microsoft.com/office/drawing/2014/main" id="{B90182E5-6531-4383-A1F8-993ABABB66E7}"/>
              </a:ext>
            </a:extLst>
          </p:cNvPr>
          <p:cNvSpPr>
            <a:spLocks xmlns:a="http://schemas.openxmlformats.org/drawingml/2006/main" noGrp="1"/>
          </p:cNvSpPr>
          <p:nvPr/>
        </p:nvSpPr>
        <p:spPr>
          <a:xfrm xmlns:a="http://schemas.openxmlformats.org/drawingml/2006/main">
            <a:off x="7953375" y="57150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C84308"/>
                </a:solidFill>
              </a:defRPr>
            </a:pPr>
            <a:r>
              <a:rPr sz="1275" b="1">
                <a:solidFill>
                  <a:srgbClr val="C84308"/>
                </a:solidFill>
              </a:rPr>
              <a:t>guard-aware 배치 전송 최적화 진행</a:t>
            </a:r>
          </a:p>
        </p:txBody>
      </p:sp>
      <p:sp>
        <p:nvSpPr>
          <p:cNvPr id="26" name="lesson">
            <a:extLst xmlns:a="http://schemas.openxmlformats.org/drawingml/2006/main">
              <a:ext uri="{FF2B5EF4-FFF2-40B4-BE49-F238E27FC236}">
                <a16:creationId xmlns:a16="http://schemas.microsoft.com/office/drawing/2014/main" id="{01402875-5BA9-41D1-AB44-51CBFACEA409}"/>
              </a:ext>
            </a:extLst>
          </p:cNvPr>
          <p:cNvSpPr>
            <a:spLocks xmlns:a="http://schemas.openxmlformats.org/drawingml/2006/main" noGrp="1"/>
          </p:cNvSpPr>
          <p:nvPr/>
        </p:nvSpPr>
        <p:spPr>
          <a:xfrm xmlns:a="http://schemas.openxmlformats.org/drawingml/2006/main">
            <a:off x="914400" y="6629400"/>
            <a:ext cx="11887200" cy="361950"/>
          </a:xfrm>
          <a:prstGeom xmlns:a="http://schemas.openxmlformats.org/drawingml/2006/main" prst="rect">
            <a:avLst/>
          </a:prstGeom>
          <a:solidFill xmlns:a="http://schemas.openxmlformats.org/drawingml/2006/main">
            <a:srgbClr val="171412"/>
          </a:solidFill>
          <a:ln xmlns:a="http://schemas.openxmlformats.org/drawingml/2006/main" w="0">
            <a:noFill/>
            <a:prstDash val="solid"/>
          </a:ln>
        </p:spPr>
      </p:sp>
      <p:sp>
        <p:nvSpPr>
          <p:cNvPr id="27" name="lesson-t">
            <a:extLst xmlns:a="http://schemas.openxmlformats.org/drawingml/2006/main">
              <a:ext uri="{FF2B5EF4-FFF2-40B4-BE49-F238E27FC236}">
                <a16:creationId xmlns:a16="http://schemas.microsoft.com/office/drawing/2014/main" id="{3B09392D-0DBD-40BC-ACDD-F93AD3C71DA4}"/>
              </a:ext>
            </a:extLst>
          </p:cNvPr>
          <p:cNvSpPr>
            <a:spLocks xmlns:a="http://schemas.openxmlformats.org/drawingml/2006/main" noGrp="1"/>
          </p:cNvSpPr>
          <p:nvPr/>
        </p:nvSpPr>
        <p:spPr>
          <a:xfrm xmlns:a="http://schemas.openxmlformats.org/drawingml/2006/main">
            <a:off x="1123950" y="6629400"/>
            <a:ext cx="11468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FFFFF"/>
                </a:solidFill>
              </a:defRPr>
            </a:pPr>
            <a:r>
              <a:rPr sz="1275" b="1">
                <a:solidFill>
                  <a:srgbClr val="FFFFFF"/>
                </a:solidFill>
              </a:rPr>
              <a:t>교훈  |  패킷 포맷뿐 아니라 state, index, slot 경계의 의미까지 저장소 간에 동일해야 한다</a:t>
            </a:r>
          </a:p>
        </p:txBody>
      </p:sp>
    </p:spTree>
    <p:extLst>
      <p:ext uri="{BB962C8B-B14F-4D97-AF65-F5344CB8AC3E}">
        <p14:creationId xmlns:p14="http://schemas.microsoft.com/office/powerpoint/2010/main" val="5859247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
            <a:extLst xmlns:a="http://schemas.openxmlformats.org/drawingml/2006/main">
              <a:ext uri="{FF2B5EF4-FFF2-40B4-BE49-F238E27FC236}">
                <a16:creationId xmlns:a16="http://schemas.microsoft.com/office/drawing/2014/main" id="{C857B7AF-F589-4330-B6D2-27D4889CB245}"/>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11 · VERIFIED RESULTS</a:t>
            </a:r>
          </a:p>
        </p:txBody>
      </p:sp>
      <p:sp>
        <p:nvSpPr>
          <p:cNvPr id="2" name="title">
            <a:extLst xmlns:a="http://schemas.openxmlformats.org/drawingml/2006/main">
              <a:ext uri="{FF2B5EF4-FFF2-40B4-BE49-F238E27FC236}">
                <a16:creationId xmlns:a16="http://schemas.microsoft.com/office/drawing/2014/main" id="{09D51901-F5AE-4150-B9C9-0FDD165F9E72}"/>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기능 성공과 성능 최적화 단계를 구분해 검증</a:t>
            </a:r>
          </a:p>
        </p:txBody>
      </p:sp>
      <p:sp>
        <p:nvSpPr>
          <p:cNvPr id="3" name="footer">
            <a:extLst xmlns:a="http://schemas.openxmlformats.org/drawingml/2006/main">
              <a:ext uri="{FF2B5EF4-FFF2-40B4-BE49-F238E27FC236}">
                <a16:creationId xmlns:a16="http://schemas.microsoft.com/office/drawing/2014/main" id="{8BE0E37D-66DB-4028-A5AE-22E9FD76D461}"/>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DA6AFAE1-0FB1-4A8F-B69E-108F560E2158}"/>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12</a:t>
            </a:r>
          </a:p>
        </p:txBody>
      </p:sp>
      <p:sp>
        <p:nvSpPr>
          <p:cNvPr id="5" name="ok0">
            <a:extLst xmlns:a="http://schemas.openxmlformats.org/drawingml/2006/main">
              <a:ext uri="{FF2B5EF4-FFF2-40B4-BE49-F238E27FC236}">
                <a16:creationId xmlns:a16="http://schemas.microsoft.com/office/drawing/2014/main" id="{E490E183-0939-4181-92E7-5344D9BE1B60}"/>
              </a:ext>
            </a:extLst>
          </p:cNvPr>
          <p:cNvSpPr>
            <a:spLocks xmlns:a="http://schemas.openxmlformats.org/drawingml/2006/main" noGrp="1"/>
          </p:cNvSpPr>
          <p:nvPr/>
        </p:nvSpPr>
        <p:spPr>
          <a:xfrm xmlns:a="http://schemas.openxmlformats.org/drawingml/2006/main">
            <a:off x="914400" y="2114550"/>
            <a:ext cx="533400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6" name="okh0">
            <a:extLst xmlns:a="http://schemas.openxmlformats.org/drawingml/2006/main">
              <a:ext uri="{FF2B5EF4-FFF2-40B4-BE49-F238E27FC236}">
                <a16:creationId xmlns:a16="http://schemas.microsoft.com/office/drawing/2014/main" id="{F8092445-00D7-4266-8AB0-1CAB9EE21843}"/>
              </a:ext>
            </a:extLst>
          </p:cNvPr>
          <p:cNvSpPr>
            <a:spLocks xmlns:a="http://schemas.openxmlformats.org/drawingml/2006/main" noGrp="1"/>
          </p:cNvSpPr>
          <p:nvPr/>
        </p:nvSpPr>
        <p:spPr>
          <a:xfrm xmlns:a="http://schemas.openxmlformats.org/drawingml/2006/main">
            <a:off x="1143000" y="22860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고정 채널 OTA</a:t>
            </a:r>
          </a:p>
        </p:txBody>
      </p:sp>
      <p:sp>
        <p:nvSpPr>
          <p:cNvPr id="7" name="okb0">
            <a:extLst xmlns:a="http://schemas.openxmlformats.org/drawingml/2006/main">
              <a:ext uri="{FF2B5EF4-FFF2-40B4-BE49-F238E27FC236}">
                <a16:creationId xmlns:a16="http://schemas.microsoft.com/office/drawing/2014/main" id="{A757334C-5F91-4258-B23B-354808DBA261}"/>
              </a:ext>
            </a:extLst>
          </p:cNvPr>
          <p:cNvSpPr>
            <a:spLocks xmlns:a="http://schemas.openxmlformats.org/drawingml/2006/main" noGrp="1"/>
          </p:cNvSpPr>
          <p:nvPr/>
        </p:nvSpPr>
        <p:spPr>
          <a:xfrm xmlns:a="http://schemas.openxmlformats.org/drawingml/2006/main">
            <a:off x="3390900" y="228600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7,829 / 7,829 packet</a:t>
            </a:r>
          </a:p>
          <a:p xmlns:a="http://schemas.openxmlformats.org/drawingml/2006/main">
            <a:pPr algn="r">
              <a:defRPr sz="1350" b="1">
                <a:solidFill>
                  <a:srgbClr val="6F6A65"/>
                </a:solidFill>
              </a:defRPr>
            </a:pPr>
            <a:r>
              <a:rPr sz="1350" b="1">
                <a:solidFill>
                  <a:srgbClr val="6F6A65"/>
                </a:solidFill>
              </a:rPr>
              <a:t>SHA-256 일치</a:t>
            </a:r>
          </a:p>
        </p:txBody>
      </p:sp>
      <p:sp>
        <p:nvSpPr>
          <p:cNvPr id="8" name="ok1">
            <a:extLst xmlns:a="http://schemas.openxmlformats.org/drawingml/2006/main">
              <a:ext uri="{FF2B5EF4-FFF2-40B4-BE49-F238E27FC236}">
                <a16:creationId xmlns:a16="http://schemas.microsoft.com/office/drawing/2014/main" id="{01D3257A-6F6C-4C02-A0C2-09F30DBD546C}"/>
              </a:ext>
            </a:extLst>
          </p:cNvPr>
          <p:cNvSpPr>
            <a:spLocks xmlns:a="http://schemas.openxmlformats.org/drawingml/2006/main" noGrp="1"/>
          </p:cNvSpPr>
          <p:nvPr/>
        </p:nvSpPr>
        <p:spPr>
          <a:xfrm xmlns:a="http://schemas.openxmlformats.org/drawingml/2006/main">
            <a:off x="6858000" y="2114550"/>
            <a:ext cx="533400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9" name="okh1">
            <a:extLst xmlns:a="http://schemas.openxmlformats.org/drawingml/2006/main">
              <a:ext uri="{FF2B5EF4-FFF2-40B4-BE49-F238E27FC236}">
                <a16:creationId xmlns:a16="http://schemas.microsoft.com/office/drawing/2014/main" id="{C586172E-890E-41E1-BDEF-632D1E1BFFAE}"/>
              </a:ext>
            </a:extLst>
          </p:cNvPr>
          <p:cNvSpPr>
            <a:spLocks xmlns:a="http://schemas.openxmlformats.org/drawingml/2006/main" noGrp="1"/>
          </p:cNvSpPr>
          <p:nvPr/>
        </p:nvSpPr>
        <p:spPr>
          <a:xfrm xmlns:a="http://schemas.openxmlformats.org/drawingml/2006/main">
            <a:off x="7086600" y="228600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FHSS 배포</a:t>
            </a:r>
          </a:p>
        </p:txBody>
      </p:sp>
      <p:sp>
        <p:nvSpPr>
          <p:cNvPr id="10" name="okb1">
            <a:extLst xmlns:a="http://schemas.openxmlformats.org/drawingml/2006/main">
              <a:ext uri="{FF2B5EF4-FFF2-40B4-BE49-F238E27FC236}">
                <a16:creationId xmlns:a16="http://schemas.microsoft.com/office/drawing/2014/main" id="{D31FBB39-9C7D-4571-9F32-C072E9239219}"/>
              </a:ext>
            </a:extLst>
          </p:cNvPr>
          <p:cNvSpPr>
            <a:spLocks xmlns:a="http://schemas.openxmlformats.org/drawingml/2006/main" noGrp="1"/>
          </p:cNvSpPr>
          <p:nvPr/>
        </p:nvSpPr>
        <p:spPr>
          <a:xfrm xmlns:a="http://schemas.openxmlformats.org/drawingml/2006/main">
            <a:off x="9334500" y="228600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CONFIG · ACTIVATE</a:t>
            </a:r>
          </a:p>
          <a:p xmlns:a="http://schemas.openxmlformats.org/drawingml/2006/main">
            <a:pPr algn="r">
              <a:defRPr sz="1350" b="1">
                <a:solidFill>
                  <a:srgbClr val="6F6A65"/>
                </a:solidFill>
              </a:defRPr>
            </a:pPr>
            <a:r>
              <a:rPr sz="1350" b="1">
                <a:solidFill>
                  <a:srgbClr val="6F6A65"/>
                </a:solidFill>
              </a:rPr>
              <a:t>대상 ACK 확인</a:t>
            </a:r>
          </a:p>
        </p:txBody>
      </p:sp>
      <p:sp>
        <p:nvSpPr>
          <p:cNvPr id="11" name="ok2">
            <a:extLst xmlns:a="http://schemas.openxmlformats.org/drawingml/2006/main">
              <a:ext uri="{FF2B5EF4-FFF2-40B4-BE49-F238E27FC236}">
                <a16:creationId xmlns:a16="http://schemas.microsoft.com/office/drawing/2014/main" id="{2DADDF9D-0755-4629-B607-08CE9AD84387}"/>
              </a:ext>
            </a:extLst>
          </p:cNvPr>
          <p:cNvSpPr>
            <a:spLocks xmlns:a="http://schemas.openxmlformats.org/drawingml/2006/main" noGrp="1"/>
          </p:cNvSpPr>
          <p:nvPr/>
        </p:nvSpPr>
        <p:spPr>
          <a:xfrm xmlns:a="http://schemas.openxmlformats.org/drawingml/2006/main">
            <a:off x="914400" y="3733800"/>
            <a:ext cx="5334000" cy="1285875"/>
          </a:xfrm>
          <a:prstGeom xmlns:a="http://schemas.openxmlformats.org/drawingml/2006/main" prst="rect">
            <a:avLst/>
          </a:prstGeom>
          <a:solidFill xmlns:a="http://schemas.openxmlformats.org/drawingml/2006/main">
            <a:srgbClr val="EEF7F2"/>
          </a:solidFill>
          <a:ln xmlns:a="http://schemas.openxmlformats.org/drawingml/2006/main" w="11430">
            <a:solidFill>
              <a:srgbClr val="237A57"/>
            </a:solidFill>
            <a:prstDash val="solid"/>
          </a:ln>
        </p:spPr>
      </p:sp>
      <p:sp>
        <p:nvSpPr>
          <p:cNvPr id="12" name="okh2">
            <a:extLst xmlns:a="http://schemas.openxmlformats.org/drawingml/2006/main">
              <a:ext uri="{FF2B5EF4-FFF2-40B4-BE49-F238E27FC236}">
                <a16:creationId xmlns:a16="http://schemas.microsoft.com/office/drawing/2014/main" id="{91737CFD-0D87-4BED-A4B0-5314A5DE88CF}"/>
              </a:ext>
            </a:extLst>
          </p:cNvPr>
          <p:cNvSpPr>
            <a:spLocks xmlns:a="http://schemas.openxmlformats.org/drawingml/2006/main" noGrp="1"/>
          </p:cNvSpPr>
          <p:nvPr/>
        </p:nvSpPr>
        <p:spPr>
          <a:xfrm xmlns:a="http://schemas.openxmlformats.org/drawingml/2006/main">
            <a:off x="1143000" y="39052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237A57"/>
                </a:solidFill>
              </a:defRPr>
            </a:pPr>
            <a:r>
              <a:rPr sz="1500" b="1">
                <a:solidFill>
                  <a:srgbClr val="237A57"/>
                </a:solidFill>
              </a:rPr>
              <a:t>동기 추적</a:t>
            </a:r>
          </a:p>
        </p:txBody>
      </p:sp>
      <p:sp>
        <p:nvSpPr>
          <p:cNvPr id="13" name="okb2">
            <a:extLst xmlns:a="http://schemas.openxmlformats.org/drawingml/2006/main">
              <a:ext uri="{FF2B5EF4-FFF2-40B4-BE49-F238E27FC236}">
                <a16:creationId xmlns:a16="http://schemas.microsoft.com/office/drawing/2014/main" id="{FAF49D71-3A4A-471D-95B1-27A80D02BF62}"/>
              </a:ext>
            </a:extLst>
          </p:cNvPr>
          <p:cNvSpPr>
            <a:spLocks xmlns:a="http://schemas.openxmlformats.org/drawingml/2006/main" noGrp="1"/>
          </p:cNvSpPr>
          <p:nvPr/>
        </p:nvSpPr>
        <p:spPr>
          <a:xfrm xmlns:a="http://schemas.openxmlformats.org/drawingml/2006/main">
            <a:off x="3390900" y="39052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SYNC_ACQUIRED → TRACKING</a:t>
            </a:r>
          </a:p>
          <a:p xmlns:a="http://schemas.openxmlformats.org/drawingml/2006/main">
            <a:pPr algn="r">
              <a:defRPr sz="1350" b="1">
                <a:solidFill>
                  <a:srgbClr val="6F6A65"/>
                </a:solidFill>
              </a:defRPr>
            </a:pPr>
            <a:r>
              <a:rPr sz="1350" b="1">
                <a:solidFill>
                  <a:srgbClr val="6F6A65"/>
                </a:solidFill>
              </a:rPr>
              <a:t>-22 ~ +18 μs</a:t>
            </a:r>
          </a:p>
        </p:txBody>
      </p:sp>
      <p:sp>
        <p:nvSpPr>
          <p:cNvPr id="14" name="ok3">
            <a:extLst xmlns:a="http://schemas.openxmlformats.org/drawingml/2006/main">
              <a:ext uri="{FF2B5EF4-FFF2-40B4-BE49-F238E27FC236}">
                <a16:creationId xmlns:a16="http://schemas.microsoft.com/office/drawing/2014/main" id="{69649A51-8059-4F6D-93C3-A970CCD6FBD4}"/>
              </a:ext>
            </a:extLst>
          </p:cNvPr>
          <p:cNvSpPr>
            <a:spLocks xmlns:a="http://schemas.openxmlformats.org/drawingml/2006/main" noGrp="1"/>
          </p:cNvSpPr>
          <p:nvPr/>
        </p:nvSpPr>
        <p:spPr>
          <a:xfrm xmlns:a="http://schemas.openxmlformats.org/drawingml/2006/main">
            <a:off x="6858000" y="3733800"/>
            <a:ext cx="5334000" cy="1285875"/>
          </a:xfrm>
          <a:prstGeom xmlns:a="http://schemas.openxmlformats.org/drawingml/2006/main" prst="rect">
            <a:avLst/>
          </a:prstGeom>
          <a:solidFill xmlns:a="http://schemas.openxmlformats.org/drawingml/2006/main">
            <a:srgbClr val="FFFFFF"/>
          </a:solidFill>
          <a:ln xmlns:a="http://schemas.openxmlformats.org/drawingml/2006/main" w="11430">
            <a:solidFill>
              <a:srgbClr val="171412"/>
            </a:solidFill>
            <a:prstDash val="solid"/>
          </a:ln>
        </p:spPr>
      </p:sp>
      <p:sp>
        <p:nvSpPr>
          <p:cNvPr id="15" name="okh3">
            <a:extLst xmlns:a="http://schemas.openxmlformats.org/drawingml/2006/main">
              <a:ext uri="{FF2B5EF4-FFF2-40B4-BE49-F238E27FC236}">
                <a16:creationId xmlns:a16="http://schemas.microsoft.com/office/drawing/2014/main" id="{B19CE764-951A-44F5-B352-5E0CE4247928}"/>
              </a:ext>
            </a:extLst>
          </p:cNvPr>
          <p:cNvSpPr>
            <a:spLocks xmlns:a="http://schemas.openxmlformats.org/drawingml/2006/main" noGrp="1"/>
          </p:cNvSpPr>
          <p:nvPr/>
        </p:nvSpPr>
        <p:spPr>
          <a:xfrm xmlns:a="http://schemas.openxmlformats.org/drawingml/2006/main">
            <a:off x="7086600" y="3905250"/>
            <a:ext cx="209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71412"/>
                </a:solidFill>
              </a:defRPr>
            </a:pPr>
            <a:r>
              <a:rPr sz="1500" b="1">
                <a:solidFill>
                  <a:srgbClr val="171412"/>
                </a:solidFill>
              </a:rPr>
              <a:t>RF 상태</a:t>
            </a:r>
          </a:p>
        </p:txBody>
      </p:sp>
      <p:sp>
        <p:nvSpPr>
          <p:cNvPr id="16" name="okb3">
            <a:extLst xmlns:a="http://schemas.openxmlformats.org/drawingml/2006/main">
              <a:ext uri="{FF2B5EF4-FFF2-40B4-BE49-F238E27FC236}">
                <a16:creationId xmlns:a16="http://schemas.microsoft.com/office/drawing/2014/main" id="{6F87A061-6E2B-4A40-8105-B293DEA52753}"/>
              </a:ext>
            </a:extLst>
          </p:cNvPr>
          <p:cNvSpPr>
            <a:spLocks xmlns:a="http://schemas.openxmlformats.org/drawingml/2006/main" noGrp="1"/>
          </p:cNvSpPr>
          <p:nvPr/>
        </p:nvSpPr>
        <p:spPr>
          <a:xfrm xmlns:a="http://schemas.openxmlformats.org/drawingml/2006/main">
            <a:off x="9334500" y="390525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1">
                <a:solidFill>
                  <a:srgbClr val="6F6A65"/>
                </a:solidFill>
              </a:defRPr>
            </a:pPr>
            <a:r>
              <a:rPr sz="1350" b="1">
                <a:solidFill>
                  <a:srgbClr val="6F6A65"/>
                </a:solidFill>
              </a:rPr>
              <a:t>RSSI 약 -48 / -49 dBm</a:t>
            </a:r>
          </a:p>
          <a:p xmlns:a="http://schemas.openxmlformats.org/drawingml/2006/main">
            <a:pPr algn="r">
              <a:defRPr sz="1350" b="1">
                <a:solidFill>
                  <a:srgbClr val="6F6A65"/>
                </a:solidFill>
              </a:defRPr>
            </a:pPr>
            <a:r>
              <a:rPr sz="1350" b="1">
                <a:solidFill>
                  <a:srgbClr val="6F6A65"/>
                </a:solidFill>
              </a:rPr>
              <a:t>CRC 정상</a:t>
            </a:r>
          </a:p>
        </p:txBody>
      </p:sp>
      <p:sp>
        <p:nvSpPr>
          <p:cNvPr id="17" name="now-h">
            <a:extLst xmlns:a="http://schemas.openxmlformats.org/drawingml/2006/main">
              <a:ext uri="{FF2B5EF4-FFF2-40B4-BE49-F238E27FC236}">
                <a16:creationId xmlns:a16="http://schemas.microsoft.com/office/drawing/2014/main" id="{A3901704-5359-4FC2-9F3D-E554085FAFA7}"/>
              </a:ext>
            </a:extLst>
          </p:cNvPr>
          <p:cNvSpPr>
            <a:spLocks xmlns:a="http://schemas.openxmlformats.org/drawingml/2006/main" noGrp="1"/>
          </p:cNvSpPr>
          <p:nvPr/>
        </p:nvSpPr>
        <p:spPr>
          <a:xfrm xmlns:a="http://schemas.openxmlformats.org/drawingml/2006/main">
            <a:off x="914400" y="57150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현재 판단</a:t>
            </a:r>
          </a:p>
        </p:txBody>
      </p:sp>
      <p:sp>
        <p:nvSpPr>
          <p:cNvPr id="18" name="now-b">
            <a:extLst xmlns:a="http://schemas.openxmlformats.org/drawingml/2006/main">
              <a:ext uri="{FF2B5EF4-FFF2-40B4-BE49-F238E27FC236}">
                <a16:creationId xmlns:a16="http://schemas.microsoft.com/office/drawing/2014/main" id="{4145071A-268F-4B27-B00E-B57913B98A83}"/>
              </a:ext>
            </a:extLst>
          </p:cNvPr>
          <p:cNvSpPr>
            <a:spLocks xmlns:a="http://schemas.openxmlformats.org/drawingml/2006/main" noGrp="1"/>
          </p:cNvSpPr>
          <p:nvPr/>
        </p:nvSpPr>
        <p:spPr>
          <a:xfrm xmlns:a="http://schemas.openxmlformats.org/drawingml/2006/main">
            <a:off x="2857500" y="5657850"/>
            <a:ext cx="9944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171412"/>
                </a:solidFill>
              </a:defRPr>
            </a:pPr>
            <a:r>
              <a:rPr sz="1650" b="1">
                <a:solidFill>
                  <a:srgbClr val="171412"/>
                </a:solidFill>
              </a:rPr>
              <a:t>FHSS 제어·동기화는 실기기에서 확인했으며, 호핑 중 대용량 OTA 처리량은 계속 최적화 중</a:t>
            </a:r>
          </a:p>
        </p:txBody>
      </p:sp>
      <p:sp>
        <p:nvSpPr>
          <p:cNvPr id="19" name="truth">
            <a:extLst xmlns:a="http://schemas.openxmlformats.org/drawingml/2006/main">
              <a:ext uri="{FF2B5EF4-FFF2-40B4-BE49-F238E27FC236}">
                <a16:creationId xmlns:a16="http://schemas.microsoft.com/office/drawing/2014/main" id="{22DCDBC4-799E-46BE-ADF0-E00BA7C1FED2}"/>
              </a:ext>
            </a:extLst>
          </p:cNvPr>
          <p:cNvSpPr>
            <a:spLocks xmlns:a="http://schemas.openxmlformats.org/drawingml/2006/main" noGrp="1"/>
          </p:cNvSpPr>
          <p:nvPr/>
        </p:nvSpPr>
        <p:spPr>
          <a:xfrm xmlns:a="http://schemas.openxmlformats.org/drawingml/2006/main">
            <a:off x="914400" y="6457950"/>
            <a:ext cx="11887200" cy="457200"/>
          </a:xfrm>
          <a:prstGeom xmlns:a="http://schemas.openxmlformats.org/drawingml/2006/main" prst="rect">
            <a:avLst/>
          </a:prstGeom>
          <a:solidFill xmlns:a="http://schemas.openxmlformats.org/drawingml/2006/main">
            <a:srgbClr val="FBF2ED"/>
          </a:solidFill>
          <a:ln xmlns:a="http://schemas.openxmlformats.org/drawingml/2006/main" w="0">
            <a:noFill/>
            <a:prstDash val="solid"/>
          </a:ln>
        </p:spPr>
      </p:sp>
      <p:sp>
        <p:nvSpPr>
          <p:cNvPr id="20" name="truth-t">
            <a:extLst xmlns:a="http://schemas.openxmlformats.org/drawingml/2006/main">
              <a:ext uri="{FF2B5EF4-FFF2-40B4-BE49-F238E27FC236}">
                <a16:creationId xmlns:a16="http://schemas.microsoft.com/office/drawing/2014/main" id="{E663BCB3-6F78-4C19-83D7-9E4DD3C8AE23}"/>
              </a:ext>
            </a:extLst>
          </p:cNvPr>
          <p:cNvSpPr>
            <a:spLocks xmlns:a="http://schemas.openxmlformats.org/drawingml/2006/main" noGrp="1"/>
          </p:cNvSpPr>
          <p:nvPr/>
        </p:nvSpPr>
        <p:spPr>
          <a:xfrm xmlns:a="http://schemas.openxmlformats.org/drawingml/2006/main">
            <a:off x="1143000" y="6457950"/>
            <a:ext cx="1143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C84308"/>
                </a:solidFill>
              </a:defRPr>
            </a:pPr>
            <a:r>
              <a:rPr sz="1350" b="1">
                <a:solidFill>
                  <a:srgbClr val="C84308"/>
                </a:solidFill>
              </a:rPr>
              <a:t>발표 원칙  |  ‘구현됨’, ‘실기기 검증됨’, ‘최적화 중’을 분리해 설명</a:t>
            </a:r>
          </a:p>
        </p:txBody>
      </p:sp>
    </p:spTree>
    <p:extLst>
      <p:ext uri="{BB962C8B-B14F-4D97-AF65-F5344CB8AC3E}">
        <p14:creationId xmlns:p14="http://schemas.microsoft.com/office/powerpoint/2010/main" val="20896997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eyebrow">
            <a:extLst xmlns:a="http://schemas.openxmlformats.org/drawingml/2006/main">
              <a:ext uri="{FF2B5EF4-FFF2-40B4-BE49-F238E27FC236}">
                <a16:creationId xmlns:a16="http://schemas.microsoft.com/office/drawing/2014/main" id="{533052B9-86BB-4A64-A734-5AC6D7591E5E}"/>
              </a:ext>
            </a:extLst>
          </p:cNvPr>
          <p:cNvSpPr>
            <a:spLocks xmlns:a="http://schemas.openxmlformats.org/drawingml/2006/main" noGrp="1"/>
          </p:cNvSpPr>
          <p:nvPr/>
        </p:nvSpPr>
        <p:spPr>
          <a:xfrm xmlns:a="http://schemas.openxmlformats.org/drawingml/2006/main">
            <a:off x="914400" y="4000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C84308"/>
                </a:solidFill>
              </a:defRPr>
            </a:pPr>
            <a:r>
              <a:rPr sz="1200" b="1">
                <a:solidFill>
                  <a:srgbClr val="C84308"/>
                </a:solidFill>
              </a:rPr>
              <a:t>12 · CONCLUSION</a:t>
            </a:r>
          </a:p>
        </p:txBody>
      </p:sp>
      <p:sp>
        <p:nvSpPr>
          <p:cNvPr id="2" name="title">
            <a:extLst xmlns:a="http://schemas.openxmlformats.org/drawingml/2006/main">
              <a:ext uri="{FF2B5EF4-FFF2-40B4-BE49-F238E27FC236}">
                <a16:creationId xmlns:a16="http://schemas.microsoft.com/office/drawing/2014/main" id="{13698AFA-433C-4D32-B111-FE9FE8655209}"/>
              </a:ext>
            </a:extLst>
          </p:cNvPr>
          <p:cNvSpPr>
            <a:spLocks xmlns:a="http://schemas.openxmlformats.org/drawingml/2006/main" noGrp="1"/>
          </p:cNvSpPr>
          <p:nvPr/>
        </p:nvSpPr>
        <p:spPr>
          <a:xfrm xmlns:a="http://schemas.openxmlformats.org/drawingml/2006/main">
            <a:off x="914400" y="781050"/>
            <a:ext cx="11887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600" b="1">
                <a:solidFill>
                  <a:srgbClr val="171412"/>
                </a:solidFill>
              </a:defRPr>
            </a:pPr>
            <a:r>
              <a:rPr sz="3600" b="1">
                <a:solidFill>
                  <a:srgbClr val="171412"/>
                </a:solidFill>
              </a:rPr>
              <a:t>계층별 책임을 분리해 하나의 무선 업데이트 시스템을 만들었다</a:t>
            </a:r>
          </a:p>
        </p:txBody>
      </p:sp>
      <p:sp>
        <p:nvSpPr>
          <p:cNvPr id="3" name="footer">
            <a:extLst xmlns:a="http://schemas.openxmlformats.org/drawingml/2006/main">
              <a:ext uri="{FF2B5EF4-FFF2-40B4-BE49-F238E27FC236}">
                <a16:creationId xmlns:a16="http://schemas.microsoft.com/office/drawing/2014/main" id="{0100F816-8058-4EF4-B9D7-C3CFD9EC1149}"/>
              </a:ext>
            </a:extLst>
          </p:cNvPr>
          <p:cNvSpPr>
            <a:spLocks xmlns:a="http://schemas.openxmlformats.org/drawingml/2006/main" noGrp="1"/>
          </p:cNvSpPr>
          <p:nvPr/>
        </p:nvSpPr>
        <p:spPr>
          <a:xfrm xmlns:a="http://schemas.openxmlformats.org/drawingml/2006/main">
            <a:off x="914400" y="723900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A948D"/>
                </a:solidFill>
              </a:defRPr>
            </a:pPr>
            <a:r>
              <a:rPr sz="975" b="0">
                <a:solidFill>
                  <a:srgbClr val="9A948D"/>
                </a:solidFill>
              </a:rPr>
              <a:t>FHSS-OTA Radio · Team Project</a:t>
            </a:r>
          </a:p>
        </p:txBody>
      </p:sp>
      <p:sp>
        <p:nvSpPr>
          <p:cNvPr id="4" name="page">
            <a:extLst xmlns:a="http://schemas.openxmlformats.org/drawingml/2006/main">
              <a:ext uri="{FF2B5EF4-FFF2-40B4-BE49-F238E27FC236}">
                <a16:creationId xmlns:a16="http://schemas.microsoft.com/office/drawing/2014/main" id="{211EEEA5-AACD-4116-8FD1-44568BD27585}"/>
              </a:ext>
            </a:extLst>
          </p:cNvPr>
          <p:cNvSpPr>
            <a:spLocks xmlns:a="http://schemas.openxmlformats.org/drawingml/2006/main" noGrp="1"/>
          </p:cNvSpPr>
          <p:nvPr/>
        </p:nvSpPr>
        <p:spPr>
          <a:xfrm xmlns:a="http://schemas.openxmlformats.org/drawingml/2006/main">
            <a:off x="12382500" y="7239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975" b="1">
                <a:solidFill>
                  <a:srgbClr val="9A948D"/>
                </a:solidFill>
              </a:defRPr>
            </a:pPr>
            <a:r>
              <a:rPr sz="975" b="1">
                <a:solidFill>
                  <a:srgbClr val="9A948D"/>
                </a:solidFill>
              </a:rPr>
              <a:t>13</a:t>
            </a:r>
          </a:p>
        </p:txBody>
      </p:sp>
      <p:sp>
        <p:nvSpPr>
          <p:cNvPr id="5" name="cn0">
            <a:extLst xmlns:a="http://schemas.openxmlformats.org/drawingml/2006/main">
              <a:ext uri="{FF2B5EF4-FFF2-40B4-BE49-F238E27FC236}">
                <a16:creationId xmlns:a16="http://schemas.microsoft.com/office/drawing/2014/main" id="{89715366-B24F-4901-88FA-92EF843FB988}"/>
              </a:ext>
            </a:extLst>
          </p:cNvPr>
          <p:cNvSpPr>
            <a:spLocks xmlns:a="http://schemas.openxmlformats.org/drawingml/2006/main" noGrp="1"/>
          </p:cNvSpPr>
          <p:nvPr/>
        </p:nvSpPr>
        <p:spPr>
          <a:xfrm xmlns:a="http://schemas.openxmlformats.org/drawingml/2006/main">
            <a:off x="914400" y="20478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1</a:t>
            </a:r>
          </a:p>
        </p:txBody>
      </p:sp>
      <p:sp>
        <p:nvSpPr>
          <p:cNvPr id="6" name="cbg0">
            <a:extLst xmlns:a="http://schemas.openxmlformats.org/drawingml/2006/main">
              <a:ext uri="{FF2B5EF4-FFF2-40B4-BE49-F238E27FC236}">
                <a16:creationId xmlns:a16="http://schemas.microsoft.com/office/drawing/2014/main" id="{BC516090-2979-4014-980E-181EB0610E09}"/>
              </a:ext>
            </a:extLst>
          </p:cNvPr>
          <p:cNvSpPr>
            <a:spLocks xmlns:a="http://schemas.openxmlformats.org/drawingml/2006/main" noGrp="1"/>
          </p:cNvSpPr>
          <p:nvPr/>
        </p:nvSpPr>
        <p:spPr>
          <a:xfrm xmlns:a="http://schemas.openxmlformats.org/drawingml/2006/main">
            <a:off x="914400" y="20478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7" name="ch0">
            <a:extLst xmlns:a="http://schemas.openxmlformats.org/drawingml/2006/main">
              <a:ext uri="{FF2B5EF4-FFF2-40B4-BE49-F238E27FC236}">
                <a16:creationId xmlns:a16="http://schemas.microsoft.com/office/drawing/2014/main" id="{02320FD3-47DA-4C40-BE07-6DDD40C8244F}"/>
              </a:ext>
            </a:extLst>
          </p:cNvPr>
          <p:cNvSpPr>
            <a:spLocks xmlns:a="http://schemas.openxmlformats.org/drawingml/2006/main" noGrp="1"/>
          </p:cNvSpPr>
          <p:nvPr/>
        </p:nvSpPr>
        <p:spPr>
          <a:xfrm xmlns:a="http://schemas.openxmlformats.org/drawingml/2006/main">
            <a:off x="1619250" y="20478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공통 규칙</a:t>
            </a:r>
          </a:p>
        </p:txBody>
      </p:sp>
      <p:sp>
        <p:nvSpPr>
          <p:cNvPr id="8" name="cc0">
            <a:extLst xmlns:a="http://schemas.openxmlformats.org/drawingml/2006/main">
              <a:ext uri="{FF2B5EF4-FFF2-40B4-BE49-F238E27FC236}">
                <a16:creationId xmlns:a16="http://schemas.microsoft.com/office/drawing/2014/main" id="{F5A8F212-DAFA-4AD0-8730-8972B723BFA5}"/>
              </a:ext>
            </a:extLst>
          </p:cNvPr>
          <p:cNvSpPr>
            <a:spLocks xmlns:a="http://schemas.openxmlformats.org/drawingml/2006/main" noGrp="1"/>
          </p:cNvSpPr>
          <p:nvPr/>
        </p:nvSpPr>
        <p:spPr>
          <a:xfrm xmlns:a="http://schemas.openxmlformats.org/drawingml/2006/main">
            <a:off x="4333875" y="20478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ota-protocol로 wire format과 알고리즘 버전 통일</a:t>
            </a:r>
          </a:p>
        </p:txBody>
      </p:sp>
      <p:sp>
        <p:nvSpPr>
          <p:cNvPr id="9" name="cn1">
            <a:extLst xmlns:a="http://schemas.openxmlformats.org/drawingml/2006/main">
              <a:ext uri="{FF2B5EF4-FFF2-40B4-BE49-F238E27FC236}">
                <a16:creationId xmlns:a16="http://schemas.microsoft.com/office/drawing/2014/main" id="{F66E2EAE-EFE6-499A-B7D4-D6A83397B3E3}"/>
              </a:ext>
            </a:extLst>
          </p:cNvPr>
          <p:cNvSpPr>
            <a:spLocks xmlns:a="http://schemas.openxmlformats.org/drawingml/2006/main" noGrp="1"/>
          </p:cNvSpPr>
          <p:nvPr/>
        </p:nvSpPr>
        <p:spPr>
          <a:xfrm xmlns:a="http://schemas.openxmlformats.org/drawingml/2006/main">
            <a:off x="914400" y="29241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2</a:t>
            </a:r>
          </a:p>
        </p:txBody>
      </p:sp>
      <p:sp>
        <p:nvSpPr>
          <p:cNvPr id="10" name="cbg1">
            <a:extLst xmlns:a="http://schemas.openxmlformats.org/drawingml/2006/main">
              <a:ext uri="{FF2B5EF4-FFF2-40B4-BE49-F238E27FC236}">
                <a16:creationId xmlns:a16="http://schemas.microsoft.com/office/drawing/2014/main" id="{A3BD674D-590F-4B32-9BE8-E1F9626F6FD1}"/>
              </a:ext>
            </a:extLst>
          </p:cNvPr>
          <p:cNvSpPr>
            <a:spLocks xmlns:a="http://schemas.openxmlformats.org/drawingml/2006/main" noGrp="1"/>
          </p:cNvSpPr>
          <p:nvPr/>
        </p:nvSpPr>
        <p:spPr>
          <a:xfrm xmlns:a="http://schemas.openxmlformats.org/drawingml/2006/main">
            <a:off x="914400" y="29241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1" name="ch1">
            <a:extLst xmlns:a="http://schemas.openxmlformats.org/drawingml/2006/main">
              <a:ext uri="{FF2B5EF4-FFF2-40B4-BE49-F238E27FC236}">
                <a16:creationId xmlns:a16="http://schemas.microsoft.com/office/drawing/2014/main" id="{8CC3D2B2-FEE6-40DF-A890-E64F905A3C94}"/>
              </a:ext>
            </a:extLst>
          </p:cNvPr>
          <p:cNvSpPr>
            <a:spLocks xmlns:a="http://schemas.openxmlformats.org/drawingml/2006/main" noGrp="1"/>
          </p:cNvSpPr>
          <p:nvPr/>
        </p:nvSpPr>
        <p:spPr>
          <a:xfrm xmlns:a="http://schemas.openxmlformats.org/drawingml/2006/main">
            <a:off x="1619250" y="29241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커널 시간 제어</a:t>
            </a:r>
          </a:p>
        </p:txBody>
      </p:sp>
      <p:sp>
        <p:nvSpPr>
          <p:cNvPr id="12" name="cc1">
            <a:extLst xmlns:a="http://schemas.openxmlformats.org/drawingml/2006/main">
              <a:ext uri="{FF2B5EF4-FFF2-40B4-BE49-F238E27FC236}">
                <a16:creationId xmlns:a16="http://schemas.microsoft.com/office/drawing/2014/main" id="{5A9DCA2C-352E-4749-AA35-DAFB3B57C9B9}"/>
              </a:ext>
            </a:extLst>
          </p:cNvPr>
          <p:cNvSpPr>
            <a:spLocks xmlns:a="http://schemas.openxmlformats.org/drawingml/2006/main" noGrp="1"/>
          </p:cNvSpPr>
          <p:nvPr/>
        </p:nvSpPr>
        <p:spPr>
          <a:xfrm xmlns:a="http://schemas.openxmlformats.org/drawingml/2006/main">
            <a:off x="4333875" y="29241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드라이버가 채널 전환·SYNC·복구·송신 충돌 관리</a:t>
            </a:r>
          </a:p>
        </p:txBody>
      </p:sp>
      <p:sp>
        <p:nvSpPr>
          <p:cNvPr id="13" name="cn2">
            <a:extLst xmlns:a="http://schemas.openxmlformats.org/drawingml/2006/main">
              <a:ext uri="{FF2B5EF4-FFF2-40B4-BE49-F238E27FC236}">
                <a16:creationId xmlns:a16="http://schemas.microsoft.com/office/drawing/2014/main" id="{2C9AB971-9F2C-4A6A-9936-351ACEEF7DC5}"/>
              </a:ext>
            </a:extLst>
          </p:cNvPr>
          <p:cNvSpPr>
            <a:spLocks xmlns:a="http://schemas.openxmlformats.org/drawingml/2006/main" noGrp="1"/>
          </p:cNvSpPr>
          <p:nvPr/>
        </p:nvSpPr>
        <p:spPr>
          <a:xfrm xmlns:a="http://schemas.openxmlformats.org/drawingml/2006/main">
            <a:off x="914400" y="38004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3</a:t>
            </a:r>
          </a:p>
        </p:txBody>
      </p:sp>
      <p:sp>
        <p:nvSpPr>
          <p:cNvPr id="14" name="cbg2">
            <a:extLst xmlns:a="http://schemas.openxmlformats.org/drawingml/2006/main">
              <a:ext uri="{FF2B5EF4-FFF2-40B4-BE49-F238E27FC236}">
                <a16:creationId xmlns:a16="http://schemas.microsoft.com/office/drawing/2014/main" id="{1153254C-CBEC-40D8-B2C0-0B469A8D8586}"/>
              </a:ext>
            </a:extLst>
          </p:cNvPr>
          <p:cNvSpPr>
            <a:spLocks xmlns:a="http://schemas.openxmlformats.org/drawingml/2006/main" noGrp="1"/>
          </p:cNvSpPr>
          <p:nvPr/>
        </p:nvSpPr>
        <p:spPr>
          <a:xfrm xmlns:a="http://schemas.openxmlformats.org/drawingml/2006/main">
            <a:off x="914400" y="38004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5" name="ch2">
            <a:extLst xmlns:a="http://schemas.openxmlformats.org/drawingml/2006/main">
              <a:ext uri="{FF2B5EF4-FFF2-40B4-BE49-F238E27FC236}">
                <a16:creationId xmlns:a16="http://schemas.microsoft.com/office/drawing/2014/main" id="{C456D798-DDCB-4241-8BF8-EBA52FAAEC52}"/>
              </a:ext>
            </a:extLst>
          </p:cNvPr>
          <p:cNvSpPr>
            <a:spLocks xmlns:a="http://schemas.openxmlformats.org/drawingml/2006/main" noGrp="1"/>
          </p:cNvSpPr>
          <p:nvPr/>
        </p:nvSpPr>
        <p:spPr>
          <a:xfrm xmlns:a="http://schemas.openxmlformats.org/drawingml/2006/main">
            <a:off x="1619250" y="38004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안전한 적용</a:t>
            </a:r>
          </a:p>
        </p:txBody>
      </p:sp>
      <p:sp>
        <p:nvSpPr>
          <p:cNvPr id="16" name="cc2">
            <a:extLst xmlns:a="http://schemas.openxmlformats.org/drawingml/2006/main">
              <a:ext uri="{FF2B5EF4-FFF2-40B4-BE49-F238E27FC236}">
                <a16:creationId xmlns:a16="http://schemas.microsoft.com/office/drawing/2014/main" id="{13C84051-168D-4D38-834E-14DBC91323BE}"/>
              </a:ext>
            </a:extLst>
          </p:cNvPr>
          <p:cNvSpPr>
            <a:spLocks xmlns:a="http://schemas.openxmlformats.org/drawingml/2006/main" noGrp="1"/>
          </p:cNvSpPr>
          <p:nvPr/>
        </p:nvSpPr>
        <p:spPr>
          <a:xfrm xmlns:a="http://schemas.openxmlformats.org/drawingml/2006/main">
            <a:off x="4333875" y="38004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Gateway 재전송 FSM과 ESP32 dual-partition 검증</a:t>
            </a:r>
          </a:p>
        </p:txBody>
      </p:sp>
      <p:sp>
        <p:nvSpPr>
          <p:cNvPr id="17" name="cn3">
            <a:extLst xmlns:a="http://schemas.openxmlformats.org/drawingml/2006/main">
              <a:ext uri="{FF2B5EF4-FFF2-40B4-BE49-F238E27FC236}">
                <a16:creationId xmlns:a16="http://schemas.microsoft.com/office/drawing/2014/main" id="{C9DA14D7-9B9C-46C1-8ADE-3879DFAE4476}"/>
              </a:ext>
            </a:extLst>
          </p:cNvPr>
          <p:cNvSpPr>
            <a:spLocks xmlns:a="http://schemas.openxmlformats.org/drawingml/2006/main" noGrp="1"/>
          </p:cNvSpPr>
          <p:nvPr/>
        </p:nvSpPr>
        <p:spPr>
          <a:xfrm xmlns:a="http://schemas.openxmlformats.org/drawingml/2006/main">
            <a:off x="914400" y="4676775"/>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4</a:t>
            </a:r>
          </a:p>
        </p:txBody>
      </p:sp>
      <p:sp>
        <p:nvSpPr>
          <p:cNvPr id="18" name="cbg3">
            <a:extLst xmlns:a="http://schemas.openxmlformats.org/drawingml/2006/main">
              <a:ext uri="{FF2B5EF4-FFF2-40B4-BE49-F238E27FC236}">
                <a16:creationId xmlns:a16="http://schemas.microsoft.com/office/drawing/2014/main" id="{1608300D-4757-4F59-8DC5-90B384BD43C7}"/>
              </a:ext>
            </a:extLst>
          </p:cNvPr>
          <p:cNvSpPr>
            <a:spLocks xmlns:a="http://schemas.openxmlformats.org/drawingml/2006/main" noGrp="1"/>
          </p:cNvSpPr>
          <p:nvPr/>
        </p:nvSpPr>
        <p:spPr>
          <a:xfrm xmlns:a="http://schemas.openxmlformats.org/drawingml/2006/main">
            <a:off x="914400" y="4676775"/>
            <a:ext cx="419100" cy="419100"/>
          </a:xfrm>
          <a:prstGeom xmlns:a="http://schemas.openxmlformats.org/drawingml/2006/main" prst="rect">
            <a:avLst/>
          </a:prstGeom>
          <a:solidFill xmlns:a="http://schemas.openxmlformats.org/drawingml/2006/main">
            <a:srgbClr val="C84308"/>
          </a:solidFill>
          <a:ln xmlns:a="http://schemas.openxmlformats.org/drawingml/2006/main" w="0">
            <a:noFill/>
            <a:prstDash val="solid"/>
          </a:ln>
        </p:spPr>
      </p:sp>
      <p:sp>
        <p:nvSpPr>
          <p:cNvPr id="19" name="ch3">
            <a:extLst xmlns:a="http://schemas.openxmlformats.org/drawingml/2006/main">
              <a:ext uri="{FF2B5EF4-FFF2-40B4-BE49-F238E27FC236}">
                <a16:creationId xmlns:a16="http://schemas.microsoft.com/office/drawing/2014/main" id="{52B5BE38-1ACE-461D-9831-24E1C5C445AE}"/>
              </a:ext>
            </a:extLst>
          </p:cNvPr>
          <p:cNvSpPr>
            <a:spLocks xmlns:a="http://schemas.openxmlformats.org/drawingml/2006/main" noGrp="1"/>
          </p:cNvSpPr>
          <p:nvPr/>
        </p:nvSpPr>
        <p:spPr>
          <a:xfrm xmlns:a="http://schemas.openxmlformats.org/drawingml/2006/main">
            <a:off x="1619250" y="46767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제품 기능 통합</a:t>
            </a:r>
          </a:p>
        </p:txBody>
      </p:sp>
      <p:sp>
        <p:nvSpPr>
          <p:cNvPr id="20" name="cc3">
            <a:extLst xmlns:a="http://schemas.openxmlformats.org/drawingml/2006/main">
              <a:ext uri="{FF2B5EF4-FFF2-40B4-BE49-F238E27FC236}">
                <a16:creationId xmlns:a16="http://schemas.microsoft.com/office/drawing/2014/main" id="{BFC5995E-853B-43B7-B145-83EDF199B9EA}"/>
              </a:ext>
            </a:extLst>
          </p:cNvPr>
          <p:cNvSpPr>
            <a:spLocks xmlns:a="http://schemas.openxmlformats.org/drawingml/2006/main" noGrp="1"/>
          </p:cNvSpPr>
          <p:nvPr/>
        </p:nvSpPr>
        <p:spPr>
          <a:xfrm xmlns:a="http://schemas.openxmlformats.org/drawingml/2006/main">
            <a:off x="4333875" y="4676775"/>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F6A65"/>
                </a:solidFill>
              </a:defRPr>
            </a:pPr>
            <a:r>
              <a:rPr sz="1425" b="0">
                <a:solidFill>
                  <a:srgbClr val="6F6A65"/>
                </a:solidFill>
              </a:rPr>
              <a:t>음성·UI·OTA가 동일한 CC1101/FHSS 기반을 공유</a:t>
            </a:r>
          </a:p>
        </p:txBody>
      </p:sp>
      <p:sp>
        <p:nvSpPr>
          <p:cNvPr id="21" name="nextline">
            <a:extLst xmlns:a="http://schemas.openxmlformats.org/drawingml/2006/main">
              <a:ext uri="{FF2B5EF4-FFF2-40B4-BE49-F238E27FC236}">
                <a16:creationId xmlns:a16="http://schemas.microsoft.com/office/drawing/2014/main" id="{8A3F30BF-E9FA-4120-A421-E8636A201C81}"/>
              </a:ext>
            </a:extLst>
          </p:cNvPr>
          <p:cNvSpPr>
            <a:spLocks xmlns:a="http://schemas.openxmlformats.org/drawingml/2006/main" noGrp="1"/>
          </p:cNvSpPr>
          <p:nvPr/>
        </p:nvSpPr>
        <p:spPr>
          <a:xfrm xmlns:a="http://schemas.openxmlformats.org/drawingml/2006/main">
            <a:off x="914400" y="5829300"/>
            <a:ext cx="11887200" cy="19050"/>
          </a:xfrm>
          <a:prstGeom xmlns:a="http://schemas.openxmlformats.org/drawingml/2006/main" prst="rect">
            <a:avLst/>
          </a:prstGeom>
          <a:solidFill xmlns:a="http://schemas.openxmlformats.org/drawingml/2006/main">
            <a:srgbClr val="171412"/>
          </a:solidFill>
          <a:ln xmlns:a="http://schemas.openxmlformats.org/drawingml/2006/main" w="0">
            <a:noFill/>
            <a:prstDash val="solid"/>
          </a:ln>
        </p:spPr>
      </p:sp>
      <p:sp>
        <p:nvSpPr>
          <p:cNvPr id="22" name="next-h">
            <a:extLst xmlns:a="http://schemas.openxmlformats.org/drawingml/2006/main">
              <a:ext uri="{FF2B5EF4-FFF2-40B4-BE49-F238E27FC236}">
                <a16:creationId xmlns:a16="http://schemas.microsoft.com/office/drawing/2014/main" id="{8733EBE5-1ABD-442A-8D54-AD9B5DD8C14E}"/>
              </a:ext>
            </a:extLst>
          </p:cNvPr>
          <p:cNvSpPr>
            <a:spLocks xmlns:a="http://schemas.openxmlformats.org/drawingml/2006/main" noGrp="1"/>
          </p:cNvSpPr>
          <p:nvPr/>
        </p:nvSpPr>
        <p:spPr>
          <a:xfrm xmlns:a="http://schemas.openxmlformats.org/drawingml/2006/main">
            <a:off x="914400" y="60769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C84308"/>
                </a:solidFill>
              </a:defRPr>
            </a:pPr>
            <a:r>
              <a:rPr sz="1725" b="1">
                <a:solidFill>
                  <a:srgbClr val="C84308"/>
                </a:solidFill>
              </a:rPr>
              <a:t>다음 단계</a:t>
            </a:r>
          </a:p>
        </p:txBody>
      </p:sp>
      <p:sp>
        <p:nvSpPr>
          <p:cNvPr id="23" name="next-b">
            <a:extLst xmlns:a="http://schemas.openxmlformats.org/drawingml/2006/main">
              <a:ext uri="{FF2B5EF4-FFF2-40B4-BE49-F238E27FC236}">
                <a16:creationId xmlns:a16="http://schemas.microsoft.com/office/drawing/2014/main" id="{BE5C920C-1415-4B3B-B388-62E07B227647}"/>
              </a:ext>
            </a:extLst>
          </p:cNvPr>
          <p:cNvSpPr>
            <a:spLocks xmlns:a="http://schemas.openxmlformats.org/drawingml/2006/main" noGrp="1"/>
          </p:cNvSpPr>
          <p:nvPr/>
        </p:nvSpPr>
        <p:spPr>
          <a:xfrm xmlns:a="http://schemas.openxmlformats.org/drawingml/2006/main">
            <a:off x="2857500" y="6029325"/>
            <a:ext cx="9944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1412"/>
                </a:solidFill>
              </a:defRPr>
            </a:pPr>
            <a:r>
              <a:rPr sz="1575" b="1">
                <a:solidFill>
                  <a:srgbClr val="171412"/>
                </a:solidFill>
              </a:rPr>
              <a:t>슬롯 내부 다중 패킷 전송 검증 → 장시간 재동기 시험 → 다중 무전기 동시 OTA</a:t>
            </a:r>
          </a:p>
        </p:txBody>
      </p:sp>
      <p:sp>
        <p:nvSpPr>
          <p:cNvPr id="24" name="end">
            <a:extLst xmlns:a="http://schemas.openxmlformats.org/drawingml/2006/main">
              <a:ext uri="{FF2B5EF4-FFF2-40B4-BE49-F238E27FC236}">
                <a16:creationId xmlns:a16="http://schemas.microsoft.com/office/drawing/2014/main" id="{BD0E1768-5CE6-40C3-B57F-EB03896DC5CC}"/>
              </a:ext>
            </a:extLst>
          </p:cNvPr>
          <p:cNvSpPr>
            <a:spLocks xmlns:a="http://schemas.openxmlformats.org/drawingml/2006/main" noGrp="1"/>
          </p:cNvSpPr>
          <p:nvPr/>
        </p:nvSpPr>
        <p:spPr>
          <a:xfrm xmlns:a="http://schemas.openxmlformats.org/drawingml/2006/main">
            <a:off x="914400" y="6724650"/>
            <a:ext cx="1188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350" b="0">
                <a:solidFill>
                  <a:srgbClr val="6F6A65"/>
                </a:solidFill>
              </a:defRPr>
            </a:pPr>
            <a:r>
              <a:rPr sz="1350" b="0">
                <a:solidFill>
                  <a:srgbClr val="6F6A65"/>
                </a:solidFill>
              </a:rPr>
              <a:t>질문 부탁드립니다</a:t>
            </a:r>
          </a:p>
        </p:txBody>
      </p:sp>
    </p:spTree>
    <p:extLst>
      <p:ext uri="{BB962C8B-B14F-4D97-AF65-F5344CB8AC3E}">
        <p14:creationId xmlns:p14="http://schemas.microsoft.com/office/powerpoint/2010/main" val="104095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2026-08-24T04:44:50.4000000Z</dcterms:created>
  <dcterms:modified xsi:type="dcterms:W3CDTF">2026-08-24T04:44:50.4000000Z</dcterms:modified>
</coreProperties>
</file>