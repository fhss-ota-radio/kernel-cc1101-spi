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4909a4338048eb" /><Relationship Type="http://schemas.openxmlformats.org/officeDocument/2006/relationships/extended-properties" Target="/docProps/app.xml" Id="Rb78a220267db4abe" /><Relationship Type="http://schemas.openxmlformats.org/officeDocument/2006/relationships/officeDocument" Target="/ppt/presentation.xml" Id="Rbbb411586f864f9d" /></Relationships>
</file>

<file path=ppt/presentation.xml><?xml version="1.0" encoding="utf-8"?>
<p:presentation xmlns:p="http://schemas.openxmlformats.org/presentationml/2006/main">
  <p:sldMasterIdLst>
    <p:sldMasterId xmlns:r="http://schemas.openxmlformats.org/officeDocument/2006/relationships" id="2147483648" r:id="R180e48f5370f4140"/>
  </p:sldMasterIdLst>
  <p:notesMasterIdLst>
    <p:notesMasterId xmlns:r="http://schemas.openxmlformats.org/officeDocument/2006/relationships" r:id="R2ebc599d50c84b09"/>
  </p:notesMasterIdLst>
  <p:sldIdLst>
    <p:sldId xmlns:r="http://schemas.openxmlformats.org/officeDocument/2006/relationships" id="256" r:id="Re16bda0097fa430e"/>
    <p:sldId xmlns:r="http://schemas.openxmlformats.org/officeDocument/2006/relationships" id="257" r:id="R68f04a48c5264ab8"/>
    <p:sldId xmlns:r="http://schemas.openxmlformats.org/officeDocument/2006/relationships" id="258" r:id="R587f3644ccd740c8"/>
    <p:sldId xmlns:r="http://schemas.openxmlformats.org/officeDocument/2006/relationships" id="259" r:id="R19ce8bc735f1493f"/>
    <p:sldId xmlns:r="http://schemas.openxmlformats.org/officeDocument/2006/relationships" id="260" r:id="Ra2bad404b5a241d9"/>
    <p:sldId xmlns:r="http://schemas.openxmlformats.org/officeDocument/2006/relationships" id="261" r:id="R59874a0927f34214"/>
    <p:sldId xmlns:r="http://schemas.openxmlformats.org/officeDocument/2006/relationships" id="262" r:id="Rf117646053fd4b1d"/>
    <p:sldId xmlns:r="http://schemas.openxmlformats.org/officeDocument/2006/relationships" id="263" r:id="R3b1b1563aaa546dc"/>
    <p:sldId xmlns:r="http://schemas.openxmlformats.org/officeDocument/2006/relationships" id="264" r:id="R8d0009179d044e14"/>
    <p:sldId xmlns:r="http://schemas.openxmlformats.org/officeDocument/2006/relationships" id="265" r:id="R30e08187c56a4af0"/>
    <p:sldId xmlns:r="http://schemas.openxmlformats.org/officeDocument/2006/relationships" id="266" r:id="Ree9dbd4d704d49a0"/>
    <p:sldId xmlns:r="http://schemas.openxmlformats.org/officeDocument/2006/relationships" id="267" r:id="R18b383de36cf4639"/>
    <p:sldId xmlns:r="http://schemas.openxmlformats.org/officeDocument/2006/relationships" id="268" r:id="R5b2ac3e336fd4da6"/>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c6b1a0452f4f46" /><Relationship Type="http://schemas.openxmlformats.org/officeDocument/2006/relationships/slideMaster" Target="/ppt/slideMasters/slideMaster1.xml" Id="R180e48f5370f4140" /><Relationship Type="http://schemas.openxmlformats.org/officeDocument/2006/relationships/notesMaster" Target="/ppt/notesMasters/notesMaster1.xml" Id="R2ebc599d50c84b09" /><Relationship Type="http://schemas.openxmlformats.org/officeDocument/2006/relationships/presProps" Target="/ppt/presProps.xml" Id="Rd8f642e1134648ba" /><Relationship Type="http://schemas.openxmlformats.org/officeDocument/2006/relationships/tableStyles" Target="/ppt/tableStyles.xml" Id="Rbafea3e8c3584ef6" /><Relationship Type="http://schemas.openxmlformats.org/officeDocument/2006/relationships/slide" Target="/ppt/slides/slide1.xml" Id="Re16bda0097fa430e" /><Relationship Type="http://schemas.openxmlformats.org/officeDocument/2006/relationships/slide" Target="/ppt/slides/slide2.xml" Id="R68f04a48c5264ab8" /><Relationship Type="http://schemas.openxmlformats.org/officeDocument/2006/relationships/slide" Target="/ppt/slides/slide3.xml" Id="R587f3644ccd740c8" /><Relationship Type="http://schemas.openxmlformats.org/officeDocument/2006/relationships/slide" Target="/ppt/slides/slide4.xml" Id="R19ce8bc735f1493f" /><Relationship Type="http://schemas.openxmlformats.org/officeDocument/2006/relationships/slide" Target="/ppt/slides/slide5.xml" Id="Ra2bad404b5a241d9" /><Relationship Type="http://schemas.openxmlformats.org/officeDocument/2006/relationships/slide" Target="/ppt/slides/slide6.xml" Id="R59874a0927f34214" /><Relationship Type="http://schemas.openxmlformats.org/officeDocument/2006/relationships/slide" Target="/ppt/slides/slide7.xml" Id="Rf117646053fd4b1d" /><Relationship Type="http://schemas.openxmlformats.org/officeDocument/2006/relationships/slide" Target="/ppt/slides/slide8.xml" Id="R3b1b1563aaa546dc" /><Relationship Type="http://schemas.openxmlformats.org/officeDocument/2006/relationships/slide" Target="/ppt/slides/slide9.xml" Id="R8d0009179d044e14" /><Relationship Type="http://schemas.openxmlformats.org/officeDocument/2006/relationships/slide" Target="/ppt/slides/slide10.xml" Id="R30e08187c56a4af0" /><Relationship Type="http://schemas.openxmlformats.org/officeDocument/2006/relationships/slide" Target="/ppt/slides/slide11.xml" Id="Ree9dbd4d704d49a0" /><Relationship Type="http://schemas.openxmlformats.org/officeDocument/2006/relationships/slide" Target="/ppt/slides/slide12.xml" Id="R18b383de36cf4639" /><Relationship Type="http://schemas.openxmlformats.org/officeDocument/2006/relationships/slide" Target="/ppt/slides/slide13.xml" Id="R5b2ac3e336fd4d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f8fd759d8849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7d1a3bad0146ff" /><Relationship Type="http://schemas.openxmlformats.org/officeDocument/2006/relationships/notesMaster" Target="/ppt/notesMasters/notesMaster1.xml" Id="R15e18c000fcb44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7f0b3aa47d40f5" /><Relationship Type="http://schemas.openxmlformats.org/officeDocument/2006/relationships/notesMaster" Target="/ppt/notesMasters/notesMaster1.xml" Id="R002ccd7cf72847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02e41a49434b31" /><Relationship Type="http://schemas.openxmlformats.org/officeDocument/2006/relationships/notesMaster" Target="/ppt/notesMasters/notesMaster1.xml" Id="Ra5e65e030ed549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3ee16cac5645ad" /><Relationship Type="http://schemas.openxmlformats.org/officeDocument/2006/relationships/notesMaster" Target="/ppt/notesMasters/notesMaster1.xml" Id="R32b83c90fa0a46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3bf503569b4bd9" /><Relationship Type="http://schemas.openxmlformats.org/officeDocument/2006/relationships/notesMaster" Target="/ppt/notesMasters/notesMaster1.xml" Id="Rd0eb5a56b2e14a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321c1f4343487d" /><Relationship Type="http://schemas.openxmlformats.org/officeDocument/2006/relationships/notesMaster" Target="/ppt/notesMasters/notesMaster1.xml" Id="Rf6b3092568a244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23bb09348142b6" /><Relationship Type="http://schemas.openxmlformats.org/officeDocument/2006/relationships/notesMaster" Target="/ppt/notesMasters/notesMaster1.xml" Id="R4f3d38fa7e4442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4b1b03b41c4a78" /><Relationship Type="http://schemas.openxmlformats.org/officeDocument/2006/relationships/notesMaster" Target="/ppt/notesMasters/notesMaster1.xml" Id="Re52b09257d5647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b4da4de9d641bf" /><Relationship Type="http://schemas.openxmlformats.org/officeDocument/2006/relationships/notesMaster" Target="/ppt/notesMasters/notesMaster1.xml" Id="R567196d210c14f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086941c92e4a46" /><Relationship Type="http://schemas.openxmlformats.org/officeDocument/2006/relationships/notesMaster" Target="/ppt/notesMasters/notesMaster1.xml" Id="R2951d89c62cf4e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a4a093068f40a5" /><Relationship Type="http://schemas.openxmlformats.org/officeDocument/2006/relationships/notesMaster" Target="/ppt/notesMasters/notesMaster1.xml" Id="Rbe879727b0dc4a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9e84b1a93544e8" /><Relationship Type="http://schemas.openxmlformats.org/officeDocument/2006/relationships/notesMaster" Target="/ppt/notesMasters/notesMaster1.xml" Id="Rebad837997954b5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2692163e4ef4cc4" /><Relationship Type="http://schemas.openxmlformats.org/officeDocument/2006/relationships/notesMaster" Target="/ppt/notesMasters/notesMaster1.xml" Id="R6345c68095544b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저희는 라즈베리파이 게이트웨이에서 여러 ESP32 무전기로 펌웨어를 무선 배포하고, 같은 장치가 음성 통신까지 수행하도록 만든 FHSS OTA Radio 프로젝트를 소개하겠습니다. 발표에서는 전체 구조를 먼저 보고, 드라이버와 Yocto, Gateway와 Qt, 공통 프로토콜, FHSS, 음성 펌웨어, ESP32 OTA 순서로 설명하겠습니다. 마지막에는 실제 통합 과정에서 어떤 문제가 있었고 어디까지 검증했는지 말씀드리겠습니다.</a:t>
            </a:r>
          </a:p>
          <a:p xmlns:a="http://schemas.openxmlformats.org/drawingml/2006/main">
            <a:r>
              <a:t/>
            </a:r>
          </a:p>
          <a:p xmlns:a="http://schemas.openxmlformats.org/drawingml/2006/main">
            <a:r>
              <a:t>[Sources]</a:t>
            </a:r>
          </a:p>
          <a:p xmlns:a="http://schemas.openxmlformats.org/drawingml/2006/main">
            <a:r>
              <a:t>- https://github.com/orgs/fhss-ota-radio/repositories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프로젝트의 목표는 단순히 파일을 무선으로 보내는 것이 아닙니다. 첫째, Gateway가 여러 무전기를 찾고 업데이트를 관리해야 합니다. 둘째, 손실이 있는 무선 링크에서도 ACK와 NACK로 필요한 패킷만 다시 보내야 합니다. 셋째, 간섭을 피하기 위해 Gateway와 무전기가 같은 채널 순서로 이동해야 합니다. 마지막으로 ESP32는 받은 파일의 해시를 검증한 뒤 안전한 OTA 파티션으로 부팅해야 합니다. 즉 핵심은 서로 다른 계층이 하나의 규칙과 시간 기준으로 움직이게 만드는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구조를 보면 왼쪽의 Gateway 앱이 업데이트 파일과 대상 장치를 관리합니다. 앱은 /dev/cc1101에 기본적인 read, write, ioctl을 요청하고, Linux 드라이버가 SPI 레지스터, FIFO, 인터럽트와 FHSS 시간을 담당합니다. 무선 구간에서는 데이터 패킷뿐 아니라 ACK와 동기 패킷이 오갑니다. ESP32 펌웨어는 OTA 데이터를 플래시에 쓰는 동시에 음성 코덱과 사용자 인터페이스도 담당합니다. 이 구조에서 공통 프로토콜은 제어 규칙을, FHSS는 시간과 채널 규칙을 연결합니다.</a:t>
            </a:r>
          </a:p>
          <a:p xmlns:a="http://schemas.openxmlformats.org/drawingml/2006/main">
            <a:r>
              <a:t/>
            </a:r>
          </a:p>
          <a:p xmlns:a="http://schemas.openxmlformats.org/drawingml/2006/main">
            <a:r>
              <a:t>[Sources]</a:t>
            </a:r>
          </a:p>
          <a:p xmlns:a="http://schemas.openxmlformats.org/drawingml/2006/main">
            <a:r>
              <a:t>- https://github.com/fhss-ota-radio/gateway-ota</a:t>
            </a:r>
          </a:p>
          <a:p xmlns:a="http://schemas.openxmlformats.org/drawingml/2006/main">
            <a:r>
              <a:t>- https://github.com/fhss-ota-radio/kernel-cc1101-spi</a:t>
            </a:r>
          </a:p>
          <a:p xmlns:a="http://schemas.openxmlformats.org/drawingml/2006/main">
            <a:r>
              <a:t>- https://github.com/fhss-ota-radio/firmware-esp32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드라이버 파트의 설계 원칙은 앱을 단순하게 만드는 것입니다. 앱은 일반 파일처럼 장치를 열고 read, write, ioctl, poll만 사용합니다. 커널 내부에서 SPI 레지스터 접근, RX와 TX FIFO, GDO 인터럽트, 채널 전환과 SYNC 송신을 처리합니다. 특히 RX FIFO overflow 상태에서는 IDLE, SFRX, SRX 순서로 자동 복구하도록 했고, 사용자 데이터와 내부 SYNC가 동시에 송신되지 않도록 tx_lock으로 직렬화했습니다. Yocto에는 모듈과 Device Tree overlay, 시험 도구를 recipe로 묶어 같은 이미지를 반복 빌드할 수 있게 했습니다.</a:t>
            </a:r>
          </a:p>
          <a:p xmlns:a="http://schemas.openxmlformats.org/drawingml/2006/main">
            <a:r>
              <a:t/>
            </a:r>
          </a:p>
          <a:p xmlns:a="http://schemas.openxmlformats.org/drawingml/2006/main">
            <a:r>
              <a:t>[Sources]</a:t>
            </a:r>
          </a:p>
          <a:p xmlns:a="http://schemas.openxmlformats.org/drawingml/2006/main">
            <a:r>
              <a:t>- https://github.com/fhss-ota-radio/kernel-cc1101-spi/commit/90a9d5e</a:t>
            </a:r>
          </a:p>
          <a:p xmlns:a="http://schemas.openxmlformats.org/drawingml/2006/main">
            <a:r>
              <a:t>- https://github.com/fhss-ota-radio/meta-walkie-talkie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Gateway 쪽에서는 사용자가 보는 Qt 화면과 실제 전송 상태 기계를 분리했습니다. 사용자는 파일을 선택하고 장치를 탐색한 뒤 진행률과 로그를 확인합니다. 내부 OtaSession은 START로 세션을 열고, 데이터를 배치로 보내며, ACK와 NACK를 보고 빠진 sequence만 재전송한 뒤 END와 해시 검증으로 종료합니다. 고정 채널에서는 전체 파일 전송과 SHA-256 일치를 확인했습니다. FHSS에서는 패킷을 슬롯 경계와 guard time에 맞추는 작업이 남아 있어, 현재는 기능 통합은 됐지만 처리량은 최적화 중이라고 구분해서 말씀드리는 것이 정확합니다.</a:t>
            </a:r>
          </a:p>
          <a:p xmlns:a="http://schemas.openxmlformats.org/drawingml/2006/main">
            <a:r>
              <a:t/>
            </a:r>
          </a:p>
          <a:p xmlns:a="http://schemas.openxmlformats.org/drawingml/2006/main">
            <a:r>
              <a:t>[Sources]</a:t>
            </a:r>
          </a:p>
          <a:p xmlns:a="http://schemas.openxmlformats.org/drawingml/2006/main">
            <a:r>
              <a:t>- https://github.com/fhss-ota-radio/gateway-ota/tree/fix/fhss-ota-slot-safe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서로 다른 저장소가 함께 동작하려면 패킷 구조를 한 곳에서 정의해야 합니다. ota-protocol 저장소에는 탐색, OTA, FHSS 설정과 동기 패킷의 wire format을 정의했습니다. FHSS 설정에는 generation, seed, 채널 수, 슬롯 시간, 알고리즘 버전이 들어갑니다. 여기서 seed는 실제 채널 목록 자체가 아니라 양쪽이 같은 순서를 계산하기 위한 입력입니다. Golden test vector를 두어 같은 입력이 같은 바이트열과 같은 채널 순서를 만드는지 확인하고, 알고리즘 버전이 다르면 조용히 틀어지는 대신 명확하게 거부하도록 했습니다.</a:t>
            </a:r>
          </a:p>
          <a:p xmlns:a="http://schemas.openxmlformats.org/drawingml/2006/main">
            <a:r>
              <a:t/>
            </a:r>
          </a:p>
          <a:p xmlns:a="http://schemas.openxmlformats.org/drawingml/2006/main">
            <a:r>
              <a:t>[Sources]</a:t>
            </a:r>
          </a:p>
          <a:p xmlns:a="http://schemas.openxmlformats.org/drawingml/2006/main">
            <a:r>
              <a:t>- https://github.com/fhss-ota-radio/ota-protocol/tree/test/protocol_header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FHSS에서는 seed로 xorshift32 기반 permutation을 만들고, 현재 슬롯 번호를 이용해 채널을 선택합니다. 예를 들어 확인한 순서는 1, 7, 6, 5, 3, 2, 8, 4였습니다. 한 슬롯은 300밀리초이고, 슬롯 시작 전후 5밀리초는 채널을 바꾸는 guard time으로 둡니다. 채널 1은 최초 접속과 동기 상실 때 다시 만나는 rendezvous 채널입니다. 중요한 점은 xorshift32가 보안을 위한 암호 난수가 아니라는 것입니다. 같은 seed와 버전을 받은 모든 장치가 같은 순서를 독립적으로 재현하기 위한 결정적 알고리즘입니다.</a:t>
            </a:r>
          </a:p>
          <a:p xmlns:a="http://schemas.openxmlformats.org/drawingml/2006/main">
            <a:r>
              <a:t/>
            </a:r>
          </a:p>
          <a:p xmlns:a="http://schemas.openxmlformats.org/drawingml/2006/main">
            <a:r>
              <a:t>[Sources]</a:t>
            </a:r>
          </a:p>
          <a:p xmlns:a="http://schemas.openxmlformats.org/drawingml/2006/main">
            <a:r>
              <a:t>- https://github.com/fhss-ota-radio/kernel-cc1101-spi</a:t>
            </a:r>
          </a:p>
          <a:p xmlns:a="http://schemas.openxmlformats.org/drawingml/2006/main">
            <a:r>
              <a:t>- https://github.com/fhss-ota-radio/firmware-esp32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동기화는 세 단계의 제어로 시작합니다. Gateway가 CONFIG를 보내면 ESP32는 seed와 generation을 대기 설정으로 저장합니다. ACTIVATE를 받으면 호핑 준비 상태로 전환하고, 채널 1에서 MASTER의 SYNC를 받아 현재 슬롯과 시간 기준을 계산합니다. 이후 TRACKING 상태에서는 매 슬롯의 SYNC로 오차를 조금씩 보정합니다. SYNC를 연속으로 놓치면 무작정 다른 채널을 찾지 않고 채널 1로 돌아와 같은 세션을 유지한 채 재동기합니다. 실기기 로그에서는 SYNC_ACQUIRED에서 TRACKING으로 이동했고 시간 오차는 약 마이너스 22에서 플러스 18마이크로초 범위였습니다.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ESP32의 음성 경로는 마이크 입력, 압축, 무선 전송, 수신 큐, 스피커 출력으로 이어집니다. INMP441에서 8킬로헤르츠 PCM을 받고 Speex narrowband로 압축해 두 프레임 단위의 패킷으로 보냅니다. 수신 쪽은 큐로 순간적인 지연을 흡수하고 END 제어와 silence tail을 처리한 뒤 MAX98357A로 재생합니다. 사용자는 PTT와 회전 인코더를 조작하고 OLED와 LED로 상태를 확인합니다. 이 펌웨어는 평상시에는 무전기이지만 업데이트 모드에서는 OTA client가 되며, 두 기능이 동일한 RF와 FHSS 계층을 공유합니다.</a:t>
            </a:r>
          </a:p>
          <a:p xmlns:a="http://schemas.openxmlformats.org/drawingml/2006/main">
            <a:r>
              <a:t/>
            </a:r>
          </a:p>
          <a:p xmlns:a="http://schemas.openxmlformats.org/drawingml/2006/main">
            <a:r>
              <a:t>[Sources]</a:t>
            </a:r>
          </a:p>
          <a:p xmlns:a="http://schemas.openxmlformats.org/drawingml/2006/main">
            <a:r>
              <a:t>- https://github.com/fhss-ota-radio/firmware-esp32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ESP32 OTA는 실행 중인 파티션을 바로 덮어쓰지 않습니다. Discovery에서 장치 ID와 버전을 알리고, START에서 파일 크기와 SHA-256, session을 확인합니다. DATA는 sequence를 검사하면서 비활성 OTA 파티션에 쓰고, 배치 단위 ACK와 NACK로 누락 정보를 보냅니다. END에서 전체 SHA-256이 일치해야만 다음 부팅 파티션을 변경합니다. FHSS 설정도 CONFIG 단계에서는 pending으로 저장하고 ACTIVATE 이후 active로 전환해, 불완전한 설정이 즉시 적용되지 않도록 했습니다.</a:t>
            </a:r>
          </a:p>
          <a:p xmlns:a="http://schemas.openxmlformats.org/drawingml/2006/main">
            <a:r>
              <a:t/>
            </a:r>
          </a:p>
          <a:p xmlns:a="http://schemas.openxmlformats.org/drawingml/2006/main">
            <a:r>
              <a:t>[Sources]</a:t>
            </a:r>
          </a:p>
          <a:p xmlns:a="http://schemas.openxmlformats.org/drawingml/2006/main">
            <a:r>
              <a:t>- https://github.com/fhss-ota-radio/firmware-esp32/tree/fix/fhss-ota-sync-recovery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통합 과정에서 가장 많이 배운 부분입니다. 수신이 완전히 멎는 문제는 RF 감도가 아니라 RX FIFO overflow 상태 복구 누락이었습니다. 슬롯 1부터 SYNC가 거부된 문제는 hop_index를 한쪽은 셔플 인덱스, 다른 쪽은 단순 슬롯 나머지로 해석한 것이 원인이었습니다. 초기 획득 실패는 같은 슬롯 번호의 SYNC를 짧게 반복 송신한 문제였고, OTA_DATA write 실패는 내부 SYNC와 사용자 데이터가 TX 경로에서 충돌했기 때문입니다. 이를 각각 상태 복구, 의미 통일, 슬롯당 1회 송신, tx_lock으로 해결했습니다. 현재 남은 성능 문제는 300밀리초 슬롯당 한 패킷만 보내는 보수적인 정책을 개선하는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결과는 완료 수준을 나누어 말씀드리겠습니다. 고정 채널 OTA에서는 7,829개 패킷 전체 수신과 SHA-256 일치를 확인했습니다. FHSS 제어에서는 CONFIG와 ACTIVATE에 대한 대상 ACK를 확인했고, ESP32가 SYNC_ACQUIRED에서 TRACKING으로 이동했습니다. 시간 오차는 약 마이너스 22에서 플러스 18마이크로초였고 RSSI와 CRC도 정상 범위였습니다. 다만 호핑 중 대용량 파일을 보내는 기능은 통합돼 있지만 현재 슬롯당 전송량이 보수적이어서 처리량 최적화가 필요합니다. 따라서 구현, 실기기 검증, 최적화 중인 항목을 명확히 구분하겠습니다.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저희는 공통 프로토콜로 저장소 사이의 계약을 만들고, Linux 드라이버가 채널 전환과 동기화처럼 시간에 민감한 일을 맡도록 했습니다. Gateway는 재전송 상태 기계와 사용자 인터페이스를, ESP32는 안전한 dual-partition OTA와 음성 기능을 담당합니다. 그 결과 CONFIG와 ACTIVATE, FHSS 동기 추적, 고정 채널 OTA 전체 검증까지 연결했습니다. 다음 단계는 한 슬롯 안에서 여러 데이터 패킷과 ACK를 안전하게 처리해 속도를 높이고, 장시간 재동기와 여러 무전기 동시 업데이트를 시험하는 것입니다. 이상으로 발표를 마치겠습니다.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7f7d90455442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894bdb551d4b84" /><Relationship Type="http://schemas.openxmlformats.org/officeDocument/2006/relationships/slideLayout" Target="/ppt/slideLayouts/slideLayout1.xml" Id="R43dbc207e0714d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dbc207e0714d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4d26345cb341e8" /><Relationship Type="http://schemas.openxmlformats.org/officeDocument/2006/relationships/notesSlide" Target="/ppt/notesSlides/notesSlide1.xml" Id="R035fb5d310a845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80a703f5654ce1" /><Relationship Type="http://schemas.openxmlformats.org/officeDocument/2006/relationships/notesSlide" Target="/ppt/notesSlides/notesSlide2.xml" Id="R7f36d76619884a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9a463a6af74970" /><Relationship Type="http://schemas.openxmlformats.org/officeDocument/2006/relationships/notesSlide" Target="/ppt/notesSlides/notesSlide3.xml" Id="R0e5c0e545aa54f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bd2f7f5a3045dd" /><Relationship Type="http://schemas.openxmlformats.org/officeDocument/2006/relationships/notesSlide" Target="/ppt/notesSlides/notesSlide4.xml" Id="R5442a07f6e524e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3e18d65a184e77" /><Relationship Type="http://schemas.openxmlformats.org/officeDocument/2006/relationships/notesSlide" Target="/ppt/notesSlides/notesSlide5.xml" Id="R8384cd4ea7a040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6c301c52a54bf0" /><Relationship Type="http://schemas.openxmlformats.org/officeDocument/2006/relationships/notesSlide" Target="/ppt/notesSlides/notesSlide6.xml" Id="Rb8bd07f37f684a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1d97d37d544ddf" /><Relationship Type="http://schemas.openxmlformats.org/officeDocument/2006/relationships/notesSlide" Target="/ppt/notesSlides/notesSlide7.xml" Id="Rf4a3699f4a004c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484bd8dd264090" /><Relationship Type="http://schemas.openxmlformats.org/officeDocument/2006/relationships/notesSlide" Target="/ppt/notesSlides/notesSlide8.xml" Id="R7fd01109f6424d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6174456ac54d0f" /><Relationship Type="http://schemas.openxmlformats.org/officeDocument/2006/relationships/notesSlide" Target="/ppt/notesSlides/notesSlide9.xml" Id="Rcb0a6d52f2a742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7841abad6d4228" /><Relationship Type="http://schemas.openxmlformats.org/officeDocument/2006/relationships/notesSlide" Target="/ppt/notesSlides/notesSlide10.xml" Id="Rc0f896d3e6a245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2220d7db1243a2" /><Relationship Type="http://schemas.openxmlformats.org/officeDocument/2006/relationships/notesSlide" Target="/ppt/notesSlides/notesSlide11.xml" Id="R684b4fb35d4240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6e858e0ad1f4caf" /><Relationship Type="http://schemas.openxmlformats.org/officeDocument/2006/relationships/notesSlide" Target="/ppt/notesSlides/notesSlide12.xml" Id="R74f21486a0d141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6efbec52d9e44fa" /><Relationship Type="http://schemas.openxmlformats.org/officeDocument/2006/relationships/notesSlide" Target="/ppt/notesSlides/notesSlide13.xml" Id="R046ae5d04bbf4f5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ccent">
            <a:extLst xmlns:a="http://schemas.openxmlformats.org/drawingml/2006/main">
              <a:ext uri="{FF2B5EF4-FFF2-40B4-BE49-F238E27FC236}">
                <a16:creationId xmlns:a16="http://schemas.microsoft.com/office/drawing/2014/main" id="{26325BBD-F320-4C02-84E9-536172B6FCEE}"/>
              </a:ext>
            </a:extLst>
          </p:cNvPr>
          <p:cNvSpPr>
            <a:spLocks xmlns:a="http://schemas.openxmlformats.org/drawingml/2006/main" noGrp="1"/>
          </p:cNvSpPr>
          <p:nvPr/>
        </p:nvSpPr>
        <p:spPr>
          <a:xfrm xmlns:a="http://schemas.openxmlformats.org/drawingml/2006/main">
            <a:off x="914400" y="876300"/>
            <a:ext cx="95250" cy="504825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 name="kicker">
            <a:extLst xmlns:a="http://schemas.openxmlformats.org/drawingml/2006/main">
              <a:ext uri="{FF2B5EF4-FFF2-40B4-BE49-F238E27FC236}">
                <a16:creationId xmlns:a16="http://schemas.microsoft.com/office/drawing/2014/main" id="{AC075797-7837-410A-A2BA-A00BFA9BD1ED}"/>
              </a:ext>
            </a:extLst>
          </p:cNvPr>
          <p:cNvSpPr>
            <a:spLocks xmlns:a="http://schemas.openxmlformats.org/drawingml/2006/main" noGrp="1"/>
          </p:cNvSpPr>
          <p:nvPr/>
        </p:nvSpPr>
        <p:spPr>
          <a:xfrm xmlns:a="http://schemas.openxmlformats.org/drawingml/2006/main">
            <a:off x="1314450" y="9144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KERNEL · OTA · FHSS · AUDIO · ESP32</a:t>
            </a:r>
          </a:p>
        </p:txBody>
      </p:sp>
      <p:sp>
        <p:nvSpPr>
          <p:cNvPr id="3" name="title">
            <a:extLst xmlns:a="http://schemas.openxmlformats.org/drawingml/2006/main">
              <a:ext uri="{FF2B5EF4-FFF2-40B4-BE49-F238E27FC236}">
                <a16:creationId xmlns:a16="http://schemas.microsoft.com/office/drawing/2014/main" id="{F105BB79-F7DD-47A0-9488-E31F47D0C9F0}"/>
              </a:ext>
            </a:extLst>
          </p:cNvPr>
          <p:cNvSpPr>
            <a:spLocks xmlns:a="http://schemas.openxmlformats.org/drawingml/2006/main" noGrp="1"/>
          </p:cNvSpPr>
          <p:nvPr/>
        </p:nvSpPr>
        <p:spPr>
          <a:xfrm xmlns:a="http://schemas.openxmlformats.org/drawingml/2006/main">
            <a:off x="1314450" y="1695450"/>
            <a:ext cx="1047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800" b="1">
                <a:solidFill>
                  <a:srgbClr val="171412"/>
                </a:solidFill>
              </a:defRPr>
            </a:pPr>
            <a:r>
              <a:rPr sz="4800" b="1">
                <a:solidFill>
                  <a:srgbClr val="171412"/>
                </a:solidFill>
              </a:rPr>
              <a:t>주파수 호핑 기반</a:t>
            </a:r>
          </a:p>
          <a:p xmlns:a="http://schemas.openxmlformats.org/drawingml/2006/main">
            <a:pPr algn="l">
              <a:defRPr sz="4800" b="1">
                <a:solidFill>
                  <a:srgbClr val="171412"/>
                </a:solidFill>
              </a:defRPr>
            </a:pPr>
            <a:r>
              <a:rPr sz="4800" b="1">
                <a:solidFill>
                  <a:srgbClr val="171412"/>
                </a:solidFill>
              </a:rPr>
              <a:t>무전기 OTA 시스템</a:t>
            </a:r>
          </a:p>
        </p:txBody>
      </p:sp>
      <p:sp>
        <p:nvSpPr>
          <p:cNvPr id="4" name="sub">
            <a:extLst xmlns:a="http://schemas.openxmlformats.org/drawingml/2006/main">
              <a:ext uri="{FF2B5EF4-FFF2-40B4-BE49-F238E27FC236}">
                <a16:creationId xmlns:a16="http://schemas.microsoft.com/office/drawing/2014/main" id="{4E612574-5FA0-417D-AB09-823F9B791AAF}"/>
              </a:ext>
            </a:extLst>
          </p:cNvPr>
          <p:cNvSpPr>
            <a:spLocks xmlns:a="http://schemas.openxmlformats.org/drawingml/2006/main" noGrp="1"/>
          </p:cNvSpPr>
          <p:nvPr/>
        </p:nvSpPr>
        <p:spPr>
          <a:xfrm xmlns:a="http://schemas.openxmlformats.org/drawingml/2006/main">
            <a:off x="1314450" y="37147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6F6A65"/>
                </a:solidFill>
              </a:defRPr>
            </a:pPr>
            <a:r>
              <a:rPr sz="2025" b="0">
                <a:solidFill>
                  <a:srgbClr val="6F6A65"/>
                </a:solidFill>
              </a:rPr>
              <a:t>라즈베리파이 게이트웨이와 ESP32 무전기를 하나의 업데이트 경로로 연결</a:t>
            </a:r>
          </a:p>
        </p:txBody>
      </p:sp>
      <p:sp>
        <p:nvSpPr>
          <p:cNvPr id="5" name="meta">
            <a:extLst xmlns:a="http://schemas.openxmlformats.org/drawingml/2006/main">
              <a:ext uri="{FF2B5EF4-FFF2-40B4-BE49-F238E27FC236}">
                <a16:creationId xmlns:a16="http://schemas.microsoft.com/office/drawing/2014/main" id="{588E810F-4270-46DB-921A-1724B5242A6E}"/>
              </a:ext>
            </a:extLst>
          </p:cNvPr>
          <p:cNvSpPr>
            <a:spLocks xmlns:a="http://schemas.openxmlformats.org/drawingml/2006/main" noGrp="1"/>
          </p:cNvSpPr>
          <p:nvPr/>
        </p:nvSpPr>
        <p:spPr>
          <a:xfrm xmlns:a="http://schemas.openxmlformats.org/drawingml/2006/main">
            <a:off x="1314450" y="52197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1412"/>
                </a:solidFill>
              </a:defRPr>
            </a:pPr>
            <a:r>
              <a:rPr sz="1425" b="1">
                <a:solidFill>
                  <a:srgbClr val="171412"/>
                </a:solidFill>
              </a:rPr>
              <a:t>Linux 5.15.92 · CC1101 Sub-1GHz · Qt · Yocto · ESP-IDF</a:t>
            </a:r>
          </a:p>
        </p:txBody>
      </p:sp>
      <p:sp>
        <p:nvSpPr>
          <p:cNvPr id="6" name="date">
            <a:extLst xmlns:a="http://schemas.openxmlformats.org/drawingml/2006/main">
              <a:ext uri="{FF2B5EF4-FFF2-40B4-BE49-F238E27FC236}">
                <a16:creationId xmlns:a16="http://schemas.microsoft.com/office/drawing/2014/main" id="{850247E0-170D-44B7-B9E3-B54294D4DD33}"/>
              </a:ext>
            </a:extLst>
          </p:cNvPr>
          <p:cNvSpPr>
            <a:spLocks xmlns:a="http://schemas.openxmlformats.org/drawingml/2006/main" noGrp="1"/>
          </p:cNvSpPr>
          <p:nvPr/>
        </p:nvSpPr>
        <p:spPr>
          <a:xfrm xmlns:a="http://schemas.openxmlformats.org/drawingml/2006/main">
            <a:off x="1314450" y="6191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팀 프로젝트 최종 발표</a:t>
            </a:r>
          </a:p>
        </p:txBody>
      </p:sp>
    </p:spTree>
    <p:extLst>
      <p:ext uri="{BB962C8B-B14F-4D97-AF65-F5344CB8AC3E}">
        <p14:creationId xmlns:p14="http://schemas.microsoft.com/office/powerpoint/2010/main" val="11951486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eyebrow">
            <a:extLst xmlns:a="http://schemas.openxmlformats.org/drawingml/2006/main">
              <a:ext uri="{FF2B5EF4-FFF2-40B4-BE49-F238E27FC236}">
                <a16:creationId xmlns:a16="http://schemas.microsoft.com/office/drawing/2014/main" id="{3FE6CF8D-E925-4E16-904E-D9B843EFAA43}"/>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01 · PROJECT GOAL</a:t>
            </a:r>
          </a:p>
        </p:txBody>
      </p:sp>
      <p:sp>
        <p:nvSpPr>
          <p:cNvPr id="2" name="title">
            <a:extLst xmlns:a="http://schemas.openxmlformats.org/drawingml/2006/main">
              <a:ext uri="{FF2B5EF4-FFF2-40B4-BE49-F238E27FC236}">
                <a16:creationId xmlns:a16="http://schemas.microsoft.com/office/drawing/2014/main" id="{1EF62C02-EDBD-4B34-89FC-F78E981FCED1}"/>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무전 음성과 무선 업데이트를 한 시스템에 담았다</a:t>
            </a:r>
          </a:p>
        </p:txBody>
      </p:sp>
      <p:sp>
        <p:nvSpPr>
          <p:cNvPr id="3" name="footer">
            <a:extLst xmlns:a="http://schemas.openxmlformats.org/drawingml/2006/main">
              <a:ext uri="{FF2B5EF4-FFF2-40B4-BE49-F238E27FC236}">
                <a16:creationId xmlns:a16="http://schemas.microsoft.com/office/drawing/2014/main" id="{7B26CE2E-82D7-427F-BD50-43AD59A8D377}"/>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027CB25D-F5AA-4DC7-8176-AA6D128D6274}"/>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02</a:t>
            </a:r>
          </a:p>
        </p:txBody>
      </p:sp>
      <p:sp>
        <p:nvSpPr>
          <p:cNvPr id="5" name="n0">
            <a:extLst xmlns:a="http://schemas.openxmlformats.org/drawingml/2006/main">
              <a:ext uri="{FF2B5EF4-FFF2-40B4-BE49-F238E27FC236}">
                <a16:creationId xmlns:a16="http://schemas.microsoft.com/office/drawing/2014/main" id="{87F33B35-183C-40D3-9C23-1D16EED05F6D}"/>
              </a:ext>
            </a:extLst>
          </p:cNvPr>
          <p:cNvSpPr>
            <a:spLocks xmlns:a="http://schemas.openxmlformats.org/drawingml/2006/main" noGrp="1"/>
          </p:cNvSpPr>
          <p:nvPr/>
        </p:nvSpPr>
        <p:spPr>
          <a:xfrm xmlns:a="http://schemas.openxmlformats.org/drawingml/2006/main">
            <a:off x="914400" y="20955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C84308"/>
                </a:solidFill>
              </a:defRPr>
            </a:pPr>
            <a:r>
              <a:rPr sz="2025" b="1">
                <a:solidFill>
                  <a:srgbClr val="C84308"/>
                </a:solidFill>
              </a:rPr>
              <a:t>01</a:t>
            </a:r>
          </a:p>
        </p:txBody>
      </p:sp>
      <p:sp>
        <p:nvSpPr>
          <p:cNvPr id="6" name="h0">
            <a:extLst xmlns:a="http://schemas.openxmlformats.org/drawingml/2006/main">
              <a:ext uri="{FF2B5EF4-FFF2-40B4-BE49-F238E27FC236}">
                <a16:creationId xmlns:a16="http://schemas.microsoft.com/office/drawing/2014/main" id="{B9A83B55-F975-448F-AB8B-6C78099BBB39}"/>
              </a:ext>
            </a:extLst>
          </p:cNvPr>
          <p:cNvSpPr>
            <a:spLocks xmlns:a="http://schemas.openxmlformats.org/drawingml/2006/main" noGrp="1"/>
          </p:cNvSpPr>
          <p:nvPr/>
        </p:nvSpPr>
        <p:spPr>
          <a:xfrm xmlns:a="http://schemas.openxmlformats.org/drawingml/2006/main">
            <a:off x="1695450" y="20955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1412"/>
                </a:solidFill>
              </a:defRPr>
            </a:pPr>
            <a:r>
              <a:rPr sz="1800" b="1">
                <a:solidFill>
                  <a:srgbClr val="171412"/>
                </a:solidFill>
              </a:rPr>
              <a:t>관리</a:t>
            </a:r>
          </a:p>
        </p:txBody>
      </p:sp>
      <p:sp>
        <p:nvSpPr>
          <p:cNvPr id="7" name="b0">
            <a:extLst xmlns:a="http://schemas.openxmlformats.org/drawingml/2006/main">
              <a:ext uri="{FF2B5EF4-FFF2-40B4-BE49-F238E27FC236}">
                <a16:creationId xmlns:a16="http://schemas.microsoft.com/office/drawing/2014/main" id="{2257BD19-E56E-4A1F-B5A9-939F17AA9730}"/>
              </a:ext>
            </a:extLst>
          </p:cNvPr>
          <p:cNvSpPr>
            <a:spLocks xmlns:a="http://schemas.openxmlformats.org/drawingml/2006/main" noGrp="1"/>
          </p:cNvSpPr>
          <p:nvPr/>
        </p:nvSpPr>
        <p:spPr>
          <a:xfrm xmlns:a="http://schemas.openxmlformats.org/drawingml/2006/main">
            <a:off x="3371850" y="20955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F6A65"/>
                </a:solidFill>
              </a:defRPr>
            </a:pPr>
            <a:r>
              <a:rPr sz="1575" b="0">
                <a:solidFill>
                  <a:srgbClr val="6F6A65"/>
                </a:solidFill>
              </a:rPr>
              <a:t>Gateway에서 기기를 찾고, 파일과 진행 상태를 관리</a:t>
            </a:r>
          </a:p>
        </p:txBody>
      </p:sp>
      <p:sp>
        <p:nvSpPr>
          <p:cNvPr id="8" name="ln0">
            <a:extLst xmlns:a="http://schemas.openxmlformats.org/drawingml/2006/main">
              <a:ext uri="{FF2B5EF4-FFF2-40B4-BE49-F238E27FC236}">
                <a16:creationId xmlns:a16="http://schemas.microsoft.com/office/drawing/2014/main" id="{0DA25715-AF2C-45AE-8FCF-7CD1F5C16697}"/>
              </a:ext>
            </a:extLst>
          </p:cNvPr>
          <p:cNvSpPr>
            <a:spLocks xmlns:a="http://schemas.openxmlformats.org/drawingml/2006/main" noGrp="1"/>
          </p:cNvSpPr>
          <p:nvPr/>
        </p:nvSpPr>
        <p:spPr>
          <a:xfrm xmlns:a="http://schemas.openxmlformats.org/drawingml/2006/main">
            <a:off x="1695450" y="2809875"/>
            <a:ext cx="10191750" cy="9525"/>
          </a:xfrm>
          <a:prstGeom xmlns:a="http://schemas.openxmlformats.org/drawingml/2006/main" prst="rect">
            <a:avLst/>
          </a:prstGeom>
          <a:solidFill xmlns:a="http://schemas.openxmlformats.org/drawingml/2006/main">
            <a:srgbClr val="D8D2CB"/>
          </a:solidFill>
          <a:ln xmlns:a="http://schemas.openxmlformats.org/drawingml/2006/main" w="0">
            <a:noFill/>
            <a:prstDash val="solid"/>
          </a:ln>
        </p:spPr>
      </p:sp>
      <p:sp>
        <p:nvSpPr>
          <p:cNvPr id="9" name="n1">
            <a:extLst xmlns:a="http://schemas.openxmlformats.org/drawingml/2006/main">
              <a:ext uri="{FF2B5EF4-FFF2-40B4-BE49-F238E27FC236}">
                <a16:creationId xmlns:a16="http://schemas.microsoft.com/office/drawing/2014/main" id="{9B0DB95A-BA22-42CC-98FB-0A2E48F4A3A4}"/>
              </a:ext>
            </a:extLst>
          </p:cNvPr>
          <p:cNvSpPr>
            <a:spLocks xmlns:a="http://schemas.openxmlformats.org/drawingml/2006/main" noGrp="1"/>
          </p:cNvSpPr>
          <p:nvPr/>
        </p:nvSpPr>
        <p:spPr>
          <a:xfrm xmlns:a="http://schemas.openxmlformats.org/drawingml/2006/main">
            <a:off x="914400" y="31623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C84308"/>
                </a:solidFill>
              </a:defRPr>
            </a:pPr>
            <a:r>
              <a:rPr sz="2025" b="1">
                <a:solidFill>
                  <a:srgbClr val="C84308"/>
                </a:solidFill>
              </a:rPr>
              <a:t>02</a:t>
            </a:r>
          </a:p>
        </p:txBody>
      </p:sp>
      <p:sp>
        <p:nvSpPr>
          <p:cNvPr id="10" name="h1">
            <a:extLst xmlns:a="http://schemas.openxmlformats.org/drawingml/2006/main">
              <a:ext uri="{FF2B5EF4-FFF2-40B4-BE49-F238E27FC236}">
                <a16:creationId xmlns:a16="http://schemas.microsoft.com/office/drawing/2014/main" id="{69573E3A-58BB-465F-AF15-6AD5A14E2001}"/>
              </a:ext>
            </a:extLst>
          </p:cNvPr>
          <p:cNvSpPr>
            <a:spLocks xmlns:a="http://schemas.openxmlformats.org/drawingml/2006/main" noGrp="1"/>
          </p:cNvSpPr>
          <p:nvPr/>
        </p:nvSpPr>
        <p:spPr>
          <a:xfrm xmlns:a="http://schemas.openxmlformats.org/drawingml/2006/main">
            <a:off x="1695450" y="31623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1412"/>
                </a:solidFill>
              </a:defRPr>
            </a:pPr>
            <a:r>
              <a:rPr sz="1800" b="1">
                <a:solidFill>
                  <a:srgbClr val="171412"/>
                </a:solidFill>
              </a:rPr>
              <a:t>전송</a:t>
            </a:r>
          </a:p>
        </p:txBody>
      </p:sp>
      <p:sp>
        <p:nvSpPr>
          <p:cNvPr id="11" name="b1">
            <a:extLst xmlns:a="http://schemas.openxmlformats.org/drawingml/2006/main">
              <a:ext uri="{FF2B5EF4-FFF2-40B4-BE49-F238E27FC236}">
                <a16:creationId xmlns:a16="http://schemas.microsoft.com/office/drawing/2014/main" id="{B74E8E3B-77E9-4508-9359-CCD43BF13F5F}"/>
              </a:ext>
            </a:extLst>
          </p:cNvPr>
          <p:cNvSpPr>
            <a:spLocks xmlns:a="http://schemas.openxmlformats.org/drawingml/2006/main" noGrp="1"/>
          </p:cNvSpPr>
          <p:nvPr/>
        </p:nvSpPr>
        <p:spPr>
          <a:xfrm xmlns:a="http://schemas.openxmlformats.org/drawingml/2006/main">
            <a:off x="3371850" y="31623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F6A65"/>
                </a:solidFill>
              </a:defRPr>
            </a:pPr>
            <a:r>
              <a:rPr sz="1575" b="0">
                <a:solidFill>
                  <a:srgbClr val="6F6A65"/>
                </a:solidFill>
              </a:rPr>
              <a:t>빠진 데이터만 확인해 다시 보내는 안정적인 전송</a:t>
            </a:r>
          </a:p>
        </p:txBody>
      </p:sp>
      <p:sp>
        <p:nvSpPr>
          <p:cNvPr id="12" name="ln1">
            <a:extLst xmlns:a="http://schemas.openxmlformats.org/drawingml/2006/main">
              <a:ext uri="{FF2B5EF4-FFF2-40B4-BE49-F238E27FC236}">
                <a16:creationId xmlns:a16="http://schemas.microsoft.com/office/drawing/2014/main" id="{930EC177-CEFB-477A-8804-DF843B7E098B}"/>
              </a:ext>
            </a:extLst>
          </p:cNvPr>
          <p:cNvSpPr>
            <a:spLocks xmlns:a="http://schemas.openxmlformats.org/drawingml/2006/main" noGrp="1"/>
          </p:cNvSpPr>
          <p:nvPr/>
        </p:nvSpPr>
        <p:spPr>
          <a:xfrm xmlns:a="http://schemas.openxmlformats.org/drawingml/2006/main">
            <a:off x="1695450" y="3876675"/>
            <a:ext cx="10191750" cy="9525"/>
          </a:xfrm>
          <a:prstGeom xmlns:a="http://schemas.openxmlformats.org/drawingml/2006/main" prst="rect">
            <a:avLst/>
          </a:prstGeom>
          <a:solidFill xmlns:a="http://schemas.openxmlformats.org/drawingml/2006/main">
            <a:srgbClr val="D8D2CB"/>
          </a:solidFill>
          <a:ln xmlns:a="http://schemas.openxmlformats.org/drawingml/2006/main" w="0">
            <a:noFill/>
            <a:prstDash val="solid"/>
          </a:ln>
        </p:spPr>
      </p:sp>
      <p:sp>
        <p:nvSpPr>
          <p:cNvPr id="13" name="n2">
            <a:extLst xmlns:a="http://schemas.openxmlformats.org/drawingml/2006/main">
              <a:ext uri="{FF2B5EF4-FFF2-40B4-BE49-F238E27FC236}">
                <a16:creationId xmlns:a16="http://schemas.microsoft.com/office/drawing/2014/main" id="{35A090E9-66C7-4FD4-8E3D-33FFE2B6091F}"/>
              </a:ext>
            </a:extLst>
          </p:cNvPr>
          <p:cNvSpPr>
            <a:spLocks xmlns:a="http://schemas.openxmlformats.org/drawingml/2006/main" noGrp="1"/>
          </p:cNvSpPr>
          <p:nvPr/>
        </p:nvSpPr>
        <p:spPr>
          <a:xfrm xmlns:a="http://schemas.openxmlformats.org/drawingml/2006/main">
            <a:off x="914400" y="42291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C84308"/>
                </a:solidFill>
              </a:defRPr>
            </a:pPr>
            <a:r>
              <a:rPr sz="2025" b="1">
                <a:solidFill>
                  <a:srgbClr val="C84308"/>
                </a:solidFill>
              </a:rPr>
              <a:t>03</a:t>
            </a:r>
          </a:p>
        </p:txBody>
      </p:sp>
      <p:sp>
        <p:nvSpPr>
          <p:cNvPr id="14" name="h2">
            <a:extLst xmlns:a="http://schemas.openxmlformats.org/drawingml/2006/main">
              <a:ext uri="{FF2B5EF4-FFF2-40B4-BE49-F238E27FC236}">
                <a16:creationId xmlns:a16="http://schemas.microsoft.com/office/drawing/2014/main" id="{8B9AE0AB-14C4-4D6E-82E5-066D88703746}"/>
              </a:ext>
            </a:extLst>
          </p:cNvPr>
          <p:cNvSpPr>
            <a:spLocks xmlns:a="http://schemas.openxmlformats.org/drawingml/2006/main" noGrp="1"/>
          </p:cNvSpPr>
          <p:nvPr/>
        </p:nvSpPr>
        <p:spPr>
          <a:xfrm xmlns:a="http://schemas.openxmlformats.org/drawingml/2006/main">
            <a:off x="1695450" y="42291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1412"/>
                </a:solidFill>
              </a:defRPr>
            </a:pPr>
            <a:r>
              <a:rPr sz="1800" b="1">
                <a:solidFill>
                  <a:srgbClr val="171412"/>
                </a:solidFill>
              </a:rPr>
              <a:t>생존성</a:t>
            </a:r>
          </a:p>
        </p:txBody>
      </p:sp>
      <p:sp>
        <p:nvSpPr>
          <p:cNvPr id="15" name="b2">
            <a:extLst xmlns:a="http://schemas.openxmlformats.org/drawingml/2006/main">
              <a:ext uri="{FF2B5EF4-FFF2-40B4-BE49-F238E27FC236}">
                <a16:creationId xmlns:a16="http://schemas.microsoft.com/office/drawing/2014/main" id="{3E60924F-FE55-4AF2-901A-CA8C320D8E86}"/>
              </a:ext>
            </a:extLst>
          </p:cNvPr>
          <p:cNvSpPr>
            <a:spLocks xmlns:a="http://schemas.openxmlformats.org/drawingml/2006/main" noGrp="1"/>
          </p:cNvSpPr>
          <p:nvPr/>
        </p:nvSpPr>
        <p:spPr>
          <a:xfrm xmlns:a="http://schemas.openxmlformats.org/drawingml/2006/main">
            <a:off x="3371850" y="42291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F6A65"/>
                </a:solidFill>
              </a:defRPr>
            </a:pPr>
            <a:r>
              <a:rPr sz="1575" b="0">
                <a:solidFill>
                  <a:srgbClr val="6F6A65"/>
                </a:solidFill>
              </a:rPr>
              <a:t>간섭을 피하면서 두 기기가 같은 채널로 함께 이동</a:t>
            </a:r>
          </a:p>
        </p:txBody>
      </p:sp>
      <p:sp>
        <p:nvSpPr>
          <p:cNvPr id="16" name="ln2">
            <a:extLst xmlns:a="http://schemas.openxmlformats.org/drawingml/2006/main">
              <a:ext uri="{FF2B5EF4-FFF2-40B4-BE49-F238E27FC236}">
                <a16:creationId xmlns:a16="http://schemas.microsoft.com/office/drawing/2014/main" id="{B66F3B68-7667-412E-8E05-548819EF7E10}"/>
              </a:ext>
            </a:extLst>
          </p:cNvPr>
          <p:cNvSpPr>
            <a:spLocks xmlns:a="http://schemas.openxmlformats.org/drawingml/2006/main" noGrp="1"/>
          </p:cNvSpPr>
          <p:nvPr/>
        </p:nvSpPr>
        <p:spPr>
          <a:xfrm xmlns:a="http://schemas.openxmlformats.org/drawingml/2006/main">
            <a:off x="1695450" y="4943475"/>
            <a:ext cx="10191750" cy="9525"/>
          </a:xfrm>
          <a:prstGeom xmlns:a="http://schemas.openxmlformats.org/drawingml/2006/main" prst="rect">
            <a:avLst/>
          </a:prstGeom>
          <a:solidFill xmlns:a="http://schemas.openxmlformats.org/drawingml/2006/main">
            <a:srgbClr val="D8D2CB"/>
          </a:solidFill>
          <a:ln xmlns:a="http://schemas.openxmlformats.org/drawingml/2006/main" w="0">
            <a:noFill/>
            <a:prstDash val="solid"/>
          </a:ln>
        </p:spPr>
      </p:sp>
      <p:sp>
        <p:nvSpPr>
          <p:cNvPr id="17" name="n3">
            <a:extLst xmlns:a="http://schemas.openxmlformats.org/drawingml/2006/main">
              <a:ext uri="{FF2B5EF4-FFF2-40B4-BE49-F238E27FC236}">
                <a16:creationId xmlns:a16="http://schemas.microsoft.com/office/drawing/2014/main" id="{DD30EC98-C01F-4FCC-AA01-DF861E40D9EB}"/>
              </a:ext>
            </a:extLst>
          </p:cNvPr>
          <p:cNvSpPr>
            <a:spLocks xmlns:a="http://schemas.openxmlformats.org/drawingml/2006/main" noGrp="1"/>
          </p:cNvSpPr>
          <p:nvPr/>
        </p:nvSpPr>
        <p:spPr>
          <a:xfrm xmlns:a="http://schemas.openxmlformats.org/drawingml/2006/main">
            <a:off x="914400" y="52959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C84308"/>
                </a:solidFill>
              </a:defRPr>
            </a:pPr>
            <a:r>
              <a:rPr sz="2025" b="1">
                <a:solidFill>
                  <a:srgbClr val="C84308"/>
                </a:solidFill>
              </a:rPr>
              <a:t>04</a:t>
            </a:r>
          </a:p>
        </p:txBody>
      </p:sp>
      <p:sp>
        <p:nvSpPr>
          <p:cNvPr id="18" name="h3">
            <a:extLst xmlns:a="http://schemas.openxmlformats.org/drawingml/2006/main">
              <a:ext uri="{FF2B5EF4-FFF2-40B4-BE49-F238E27FC236}">
                <a16:creationId xmlns:a16="http://schemas.microsoft.com/office/drawing/2014/main" id="{A226A651-9AD1-45C9-8CDD-3F5974EF165F}"/>
              </a:ext>
            </a:extLst>
          </p:cNvPr>
          <p:cNvSpPr>
            <a:spLocks xmlns:a="http://schemas.openxmlformats.org/drawingml/2006/main" noGrp="1"/>
          </p:cNvSpPr>
          <p:nvPr/>
        </p:nvSpPr>
        <p:spPr>
          <a:xfrm xmlns:a="http://schemas.openxmlformats.org/drawingml/2006/main">
            <a:off x="1695450" y="52959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1412"/>
                </a:solidFill>
              </a:defRPr>
            </a:pPr>
            <a:r>
              <a:rPr sz="1800" b="1">
                <a:solidFill>
                  <a:srgbClr val="171412"/>
                </a:solidFill>
              </a:rPr>
              <a:t>적용</a:t>
            </a:r>
          </a:p>
        </p:txBody>
      </p:sp>
      <p:sp>
        <p:nvSpPr>
          <p:cNvPr id="19" name="b3">
            <a:extLst xmlns:a="http://schemas.openxmlformats.org/drawingml/2006/main">
              <a:ext uri="{FF2B5EF4-FFF2-40B4-BE49-F238E27FC236}">
                <a16:creationId xmlns:a16="http://schemas.microsoft.com/office/drawing/2014/main" id="{BAC2F67A-3585-4D70-918B-FC541E6AA5C1}"/>
              </a:ext>
            </a:extLst>
          </p:cNvPr>
          <p:cNvSpPr>
            <a:spLocks xmlns:a="http://schemas.openxmlformats.org/drawingml/2006/main" noGrp="1"/>
          </p:cNvSpPr>
          <p:nvPr/>
        </p:nvSpPr>
        <p:spPr>
          <a:xfrm xmlns:a="http://schemas.openxmlformats.org/drawingml/2006/main">
            <a:off x="3371850" y="52959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F6A65"/>
                </a:solidFill>
              </a:defRPr>
            </a:pPr>
            <a:r>
              <a:rPr sz="1575" b="0">
                <a:solidFill>
                  <a:srgbClr val="6F6A65"/>
                </a:solidFill>
              </a:rPr>
              <a:t>파일이 정상인지 확인한 뒤 새 펌웨어로 안전하게 부팅</a:t>
            </a:r>
          </a:p>
        </p:txBody>
      </p:sp>
      <p:sp>
        <p:nvSpPr>
          <p:cNvPr id="20" name="take">
            <a:extLst xmlns:a="http://schemas.openxmlformats.org/drawingml/2006/main">
              <a:ext uri="{FF2B5EF4-FFF2-40B4-BE49-F238E27FC236}">
                <a16:creationId xmlns:a16="http://schemas.microsoft.com/office/drawing/2014/main" id="{30ED0C37-4A37-4ADF-8056-AA265EAAD137}"/>
              </a:ext>
            </a:extLst>
          </p:cNvPr>
          <p:cNvSpPr>
            <a:spLocks xmlns:a="http://schemas.openxmlformats.org/drawingml/2006/main" noGrp="1"/>
          </p:cNvSpPr>
          <p:nvPr/>
        </p:nvSpPr>
        <p:spPr>
          <a:xfrm xmlns:a="http://schemas.openxmlformats.org/drawingml/2006/main">
            <a:off x="914400" y="6572250"/>
            <a:ext cx="11887200" cy="45720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21" name="take-t">
            <a:extLst xmlns:a="http://schemas.openxmlformats.org/drawingml/2006/main">
              <a:ext uri="{FF2B5EF4-FFF2-40B4-BE49-F238E27FC236}">
                <a16:creationId xmlns:a16="http://schemas.microsoft.com/office/drawing/2014/main" id="{E57E7A42-DC29-4E25-ABCE-341D5522556B}"/>
              </a:ext>
            </a:extLst>
          </p:cNvPr>
          <p:cNvSpPr>
            <a:spLocks xmlns:a="http://schemas.openxmlformats.org/drawingml/2006/main" noGrp="1"/>
          </p:cNvSpPr>
          <p:nvPr/>
        </p:nvSpPr>
        <p:spPr>
          <a:xfrm xmlns:a="http://schemas.openxmlformats.org/drawingml/2006/main">
            <a:off x="1143000" y="6572250"/>
            <a:ext cx="1143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C84308"/>
                </a:solidFill>
              </a:defRPr>
            </a:pPr>
            <a:r>
              <a:rPr sz="1500" b="1">
                <a:solidFill>
                  <a:srgbClr val="C84308"/>
                </a:solidFill>
              </a:rPr>
              <a:t>핵심  |  앱·커널·펌웨어가 같은 패킷 규칙과 시간표로 움직이게 만들기</a:t>
            </a:r>
          </a:p>
        </p:txBody>
      </p:sp>
    </p:spTree>
    <p:extLst>
      <p:ext uri="{BB962C8B-B14F-4D97-AF65-F5344CB8AC3E}">
        <p14:creationId xmlns:p14="http://schemas.microsoft.com/office/powerpoint/2010/main" val="9430018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eyebrow">
            <a:extLst xmlns:a="http://schemas.openxmlformats.org/drawingml/2006/main">
              <a:ext uri="{FF2B5EF4-FFF2-40B4-BE49-F238E27FC236}">
                <a16:creationId xmlns:a16="http://schemas.microsoft.com/office/drawing/2014/main" id="{8365DF38-46F1-4D62-AE52-F56A1165C4C8}"/>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02 · SYSTEM ARCHITECTURE</a:t>
            </a:r>
          </a:p>
        </p:txBody>
      </p:sp>
      <p:sp>
        <p:nvSpPr>
          <p:cNvPr id="2" name="title">
            <a:extLst xmlns:a="http://schemas.openxmlformats.org/drawingml/2006/main">
              <a:ext uri="{FF2B5EF4-FFF2-40B4-BE49-F238E27FC236}">
                <a16:creationId xmlns:a16="http://schemas.microsoft.com/office/drawing/2014/main" id="{18475E43-08CD-4CC5-A0F1-B02C1E397C64}"/>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각 파트가 이어져 하나의 무전기 시스템이 된다</a:t>
            </a:r>
          </a:p>
        </p:txBody>
      </p:sp>
      <p:sp>
        <p:nvSpPr>
          <p:cNvPr id="3" name="footer">
            <a:extLst xmlns:a="http://schemas.openxmlformats.org/drawingml/2006/main">
              <a:ext uri="{FF2B5EF4-FFF2-40B4-BE49-F238E27FC236}">
                <a16:creationId xmlns:a16="http://schemas.microsoft.com/office/drawing/2014/main" id="{E75E18CA-8B39-4129-9E0A-D6AC6E562C0A}"/>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9DCA1101-A79C-45C1-8DAA-862E47A33843}"/>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03</a:t>
            </a:r>
          </a:p>
        </p:txBody>
      </p:sp>
      <p:sp>
        <p:nvSpPr>
          <p:cNvPr id="5" name="c0">
            <a:extLst xmlns:a="http://schemas.openxmlformats.org/drawingml/2006/main">
              <a:ext uri="{FF2B5EF4-FFF2-40B4-BE49-F238E27FC236}">
                <a16:creationId xmlns:a16="http://schemas.microsoft.com/office/drawing/2014/main" id="{C2B6B914-D87C-447F-86E4-89BBB6E0E739}"/>
              </a:ext>
            </a:extLst>
          </p:cNvPr>
          <p:cNvSpPr>
            <a:spLocks xmlns:a="http://schemas.openxmlformats.org/drawingml/2006/main" noGrp="1"/>
          </p:cNvSpPr>
          <p:nvPr/>
        </p:nvSpPr>
        <p:spPr>
          <a:xfrm xmlns:a="http://schemas.openxmlformats.org/drawingml/2006/main">
            <a:off x="914400" y="2228850"/>
            <a:ext cx="2476500" cy="22288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6" name="ct0">
            <a:extLst xmlns:a="http://schemas.openxmlformats.org/drawingml/2006/main">
              <a:ext uri="{FF2B5EF4-FFF2-40B4-BE49-F238E27FC236}">
                <a16:creationId xmlns:a16="http://schemas.microsoft.com/office/drawing/2014/main" id="{B2F3BFCE-A133-44D8-B6C3-A40629877A63}"/>
              </a:ext>
            </a:extLst>
          </p:cNvPr>
          <p:cNvSpPr>
            <a:spLocks xmlns:a="http://schemas.openxmlformats.org/drawingml/2006/main" noGrp="1"/>
          </p:cNvSpPr>
          <p:nvPr/>
        </p:nvSpPr>
        <p:spPr>
          <a:xfrm xmlns:a="http://schemas.openxmlformats.org/drawingml/2006/main">
            <a:off x="1104900" y="24574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1412"/>
                </a:solidFill>
              </a:defRPr>
            </a:pPr>
            <a:r>
              <a:rPr sz="1725" b="1">
                <a:solidFill>
                  <a:srgbClr val="171412"/>
                </a:solidFill>
              </a:rPr>
              <a:t>Gateway / Qt</a:t>
            </a:r>
          </a:p>
        </p:txBody>
      </p:sp>
      <p:sp>
        <p:nvSpPr>
          <p:cNvPr id="7" name="cb0">
            <a:extLst xmlns:a="http://schemas.openxmlformats.org/drawingml/2006/main">
              <a:ext uri="{FF2B5EF4-FFF2-40B4-BE49-F238E27FC236}">
                <a16:creationId xmlns:a16="http://schemas.microsoft.com/office/drawing/2014/main" id="{F393FBAF-4919-4B84-BF15-2968640A3460}"/>
              </a:ext>
            </a:extLst>
          </p:cNvPr>
          <p:cNvSpPr>
            <a:spLocks xmlns:a="http://schemas.openxmlformats.org/drawingml/2006/main" noGrp="1"/>
          </p:cNvSpPr>
          <p:nvPr/>
        </p:nvSpPr>
        <p:spPr>
          <a:xfrm xmlns:a="http://schemas.openxmlformats.org/drawingml/2006/main">
            <a:off x="1104900" y="33337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F6A65"/>
                </a:solidFill>
              </a:defRPr>
            </a:pPr>
            <a:r>
              <a:rPr sz="1350" b="0">
                <a:solidFill>
                  <a:srgbClr val="6F6A65"/>
                </a:solidFill>
              </a:rPr>
              <a:t>파일 선택 · 장치 탐색</a:t>
            </a:r>
          </a:p>
          <a:p xmlns:a="http://schemas.openxmlformats.org/drawingml/2006/main">
            <a:pPr algn="l">
              <a:defRPr sz="1350" b="0">
                <a:solidFill>
                  <a:srgbClr val="6F6A65"/>
                </a:solidFill>
              </a:defRPr>
            </a:pPr>
            <a:r>
              <a:rPr sz="1350" b="0">
                <a:solidFill>
                  <a:srgbClr val="6F6A65"/>
                </a:solidFill>
              </a:rPr>
              <a:t>OTA 세션 · 진행 표시</a:t>
            </a:r>
          </a:p>
        </p:txBody>
      </p:sp>
      <p:sp>
        <p:nvSpPr>
          <p:cNvPr id="8" name="a0l">
            <a:extLst xmlns:a="http://schemas.openxmlformats.org/drawingml/2006/main">
              <a:ext uri="{FF2B5EF4-FFF2-40B4-BE49-F238E27FC236}">
                <a16:creationId xmlns:a16="http://schemas.microsoft.com/office/drawing/2014/main" id="{F366F77E-1DEA-410F-9C64-DDC74BC341C9}"/>
              </a:ext>
            </a:extLst>
          </p:cNvPr>
          <p:cNvSpPr>
            <a:spLocks xmlns:a="http://schemas.openxmlformats.org/drawingml/2006/main" noGrp="1"/>
          </p:cNvSpPr>
          <p:nvPr/>
        </p:nvSpPr>
        <p:spPr>
          <a:xfrm xmlns:a="http://schemas.openxmlformats.org/drawingml/2006/main">
            <a:off x="3448050" y="3257550"/>
            <a:ext cx="3048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a0h">
            <a:extLst xmlns:a="http://schemas.openxmlformats.org/drawingml/2006/main">
              <a:ext uri="{FF2B5EF4-FFF2-40B4-BE49-F238E27FC236}">
                <a16:creationId xmlns:a16="http://schemas.microsoft.com/office/drawing/2014/main" id="{659985EC-58CF-420D-A8E5-FD6A862C0D59}"/>
              </a:ext>
            </a:extLst>
          </p:cNvPr>
          <p:cNvSpPr>
            <a:spLocks xmlns:a="http://schemas.openxmlformats.org/drawingml/2006/main" noGrp="1"/>
          </p:cNvSpPr>
          <p:nvPr/>
        </p:nvSpPr>
        <p:spPr>
          <a:xfrm xmlns:a="http://schemas.openxmlformats.org/drawingml/2006/main">
            <a:off x="3695700" y="31813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0" name="c1">
            <a:extLst xmlns:a="http://schemas.openxmlformats.org/drawingml/2006/main">
              <a:ext uri="{FF2B5EF4-FFF2-40B4-BE49-F238E27FC236}">
                <a16:creationId xmlns:a16="http://schemas.microsoft.com/office/drawing/2014/main" id="{245C646F-14D6-4A2E-8FAC-B4541E5478B2}"/>
              </a:ext>
            </a:extLst>
          </p:cNvPr>
          <p:cNvSpPr>
            <a:spLocks xmlns:a="http://schemas.openxmlformats.org/drawingml/2006/main" noGrp="1"/>
          </p:cNvSpPr>
          <p:nvPr/>
        </p:nvSpPr>
        <p:spPr>
          <a:xfrm xmlns:a="http://schemas.openxmlformats.org/drawingml/2006/main">
            <a:off x="3886200" y="2228850"/>
            <a:ext cx="2476500" cy="2228850"/>
          </a:xfrm>
          <a:prstGeom xmlns:a="http://schemas.openxmlformats.org/drawingml/2006/main" prst="rect">
            <a:avLst/>
          </a:prstGeom>
          <a:solidFill xmlns:a="http://schemas.openxmlformats.org/drawingml/2006/main">
            <a:srgbClr val="FBF2ED"/>
          </a:solidFill>
          <a:ln xmlns:a="http://schemas.openxmlformats.org/drawingml/2006/main" w="19050">
            <a:solidFill>
              <a:srgbClr val="C84308"/>
            </a:solidFill>
            <a:prstDash val="solid"/>
          </a:ln>
        </p:spPr>
      </p:sp>
      <p:sp>
        <p:nvSpPr>
          <p:cNvPr id="11" name="ct1">
            <a:extLst xmlns:a="http://schemas.openxmlformats.org/drawingml/2006/main">
              <a:ext uri="{FF2B5EF4-FFF2-40B4-BE49-F238E27FC236}">
                <a16:creationId xmlns:a16="http://schemas.microsoft.com/office/drawing/2014/main" id="{D71EF066-9F40-4DCA-AFA9-65AC74A419A3}"/>
              </a:ext>
            </a:extLst>
          </p:cNvPr>
          <p:cNvSpPr>
            <a:spLocks xmlns:a="http://schemas.openxmlformats.org/drawingml/2006/main" noGrp="1"/>
          </p:cNvSpPr>
          <p:nvPr/>
        </p:nvSpPr>
        <p:spPr>
          <a:xfrm xmlns:a="http://schemas.openxmlformats.org/drawingml/2006/main">
            <a:off x="4076700" y="24574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C84308"/>
                </a:solidFill>
              </a:defRPr>
            </a:pPr>
            <a:r>
              <a:rPr sz="1725" b="1">
                <a:solidFill>
                  <a:srgbClr val="C84308"/>
                </a:solidFill>
              </a:rPr>
              <a:t>Linux Driver</a:t>
            </a:r>
          </a:p>
        </p:txBody>
      </p:sp>
      <p:sp>
        <p:nvSpPr>
          <p:cNvPr id="12" name="cb1">
            <a:extLst xmlns:a="http://schemas.openxmlformats.org/drawingml/2006/main">
              <a:ext uri="{FF2B5EF4-FFF2-40B4-BE49-F238E27FC236}">
                <a16:creationId xmlns:a16="http://schemas.microsoft.com/office/drawing/2014/main" id="{89F6EFAB-B11B-4383-BF11-9CE88E2E93FF}"/>
              </a:ext>
            </a:extLst>
          </p:cNvPr>
          <p:cNvSpPr>
            <a:spLocks xmlns:a="http://schemas.openxmlformats.org/drawingml/2006/main" noGrp="1"/>
          </p:cNvSpPr>
          <p:nvPr/>
        </p:nvSpPr>
        <p:spPr>
          <a:xfrm xmlns:a="http://schemas.openxmlformats.org/drawingml/2006/main">
            <a:off x="4076700" y="33337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F6A65"/>
                </a:solidFill>
              </a:defRPr>
            </a:pPr>
            <a:r>
              <a:rPr sz="1350" b="0">
                <a:solidFill>
                  <a:srgbClr val="6F6A65"/>
                </a:solidFill>
              </a:rPr>
              <a:t>/dev/cc1101</a:t>
            </a:r>
          </a:p>
          <a:p xmlns:a="http://schemas.openxmlformats.org/drawingml/2006/main">
            <a:pPr algn="l">
              <a:defRPr sz="1350" b="0">
                <a:solidFill>
                  <a:srgbClr val="6F6A65"/>
                </a:solidFill>
              </a:defRPr>
            </a:pPr>
            <a:r>
              <a:rPr sz="1350" b="0">
                <a:solidFill>
                  <a:srgbClr val="6F6A65"/>
                </a:solidFill>
              </a:rPr>
              <a:t>SPI · IRQ · FIFO · FHSS</a:t>
            </a:r>
          </a:p>
        </p:txBody>
      </p:sp>
      <p:sp>
        <p:nvSpPr>
          <p:cNvPr id="13" name="a1l">
            <a:extLst xmlns:a="http://schemas.openxmlformats.org/drawingml/2006/main">
              <a:ext uri="{FF2B5EF4-FFF2-40B4-BE49-F238E27FC236}">
                <a16:creationId xmlns:a16="http://schemas.microsoft.com/office/drawing/2014/main" id="{445CE076-556E-48EA-8CF1-CBA910958C1E}"/>
              </a:ext>
            </a:extLst>
          </p:cNvPr>
          <p:cNvSpPr>
            <a:spLocks xmlns:a="http://schemas.openxmlformats.org/drawingml/2006/main" noGrp="1"/>
          </p:cNvSpPr>
          <p:nvPr/>
        </p:nvSpPr>
        <p:spPr>
          <a:xfrm xmlns:a="http://schemas.openxmlformats.org/drawingml/2006/main">
            <a:off x="6419850" y="3257550"/>
            <a:ext cx="3048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4" name="a1h">
            <a:extLst xmlns:a="http://schemas.openxmlformats.org/drawingml/2006/main">
              <a:ext uri="{FF2B5EF4-FFF2-40B4-BE49-F238E27FC236}">
                <a16:creationId xmlns:a16="http://schemas.microsoft.com/office/drawing/2014/main" id="{F646DE8E-3949-4640-BAC4-2D5615FA8E14}"/>
              </a:ext>
            </a:extLst>
          </p:cNvPr>
          <p:cNvSpPr>
            <a:spLocks xmlns:a="http://schemas.openxmlformats.org/drawingml/2006/main" noGrp="1"/>
          </p:cNvSpPr>
          <p:nvPr/>
        </p:nvSpPr>
        <p:spPr>
          <a:xfrm xmlns:a="http://schemas.openxmlformats.org/drawingml/2006/main">
            <a:off x="6667500" y="31813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5" name="c2">
            <a:extLst xmlns:a="http://schemas.openxmlformats.org/drawingml/2006/main">
              <a:ext uri="{FF2B5EF4-FFF2-40B4-BE49-F238E27FC236}">
                <a16:creationId xmlns:a16="http://schemas.microsoft.com/office/drawing/2014/main" id="{C8AD0A8F-0A2E-46A1-B470-DC32B8E663D9}"/>
              </a:ext>
            </a:extLst>
          </p:cNvPr>
          <p:cNvSpPr>
            <a:spLocks xmlns:a="http://schemas.openxmlformats.org/drawingml/2006/main" noGrp="1"/>
          </p:cNvSpPr>
          <p:nvPr/>
        </p:nvSpPr>
        <p:spPr>
          <a:xfrm xmlns:a="http://schemas.openxmlformats.org/drawingml/2006/main">
            <a:off x="6858000" y="2228850"/>
            <a:ext cx="2476500" cy="22288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6" name="ct2">
            <a:extLst xmlns:a="http://schemas.openxmlformats.org/drawingml/2006/main">
              <a:ext uri="{FF2B5EF4-FFF2-40B4-BE49-F238E27FC236}">
                <a16:creationId xmlns:a16="http://schemas.microsoft.com/office/drawing/2014/main" id="{5F219641-E24F-4D5E-B700-A4E6B5788021}"/>
              </a:ext>
            </a:extLst>
          </p:cNvPr>
          <p:cNvSpPr>
            <a:spLocks xmlns:a="http://schemas.openxmlformats.org/drawingml/2006/main" noGrp="1"/>
          </p:cNvSpPr>
          <p:nvPr/>
        </p:nvSpPr>
        <p:spPr>
          <a:xfrm xmlns:a="http://schemas.openxmlformats.org/drawingml/2006/main">
            <a:off x="7048500" y="24574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1412"/>
                </a:solidFill>
              </a:defRPr>
            </a:pPr>
            <a:r>
              <a:rPr sz="1725" b="1">
                <a:solidFill>
                  <a:srgbClr val="171412"/>
                </a:solidFill>
              </a:rPr>
              <a:t>RF Link</a:t>
            </a:r>
          </a:p>
        </p:txBody>
      </p:sp>
      <p:sp>
        <p:nvSpPr>
          <p:cNvPr id="17" name="cb2">
            <a:extLst xmlns:a="http://schemas.openxmlformats.org/drawingml/2006/main">
              <a:ext uri="{FF2B5EF4-FFF2-40B4-BE49-F238E27FC236}">
                <a16:creationId xmlns:a16="http://schemas.microsoft.com/office/drawing/2014/main" id="{ED9FBCCC-6A7B-4046-8203-BC6FCADB397E}"/>
              </a:ext>
            </a:extLst>
          </p:cNvPr>
          <p:cNvSpPr>
            <a:spLocks xmlns:a="http://schemas.openxmlformats.org/drawingml/2006/main" noGrp="1"/>
          </p:cNvSpPr>
          <p:nvPr/>
        </p:nvSpPr>
        <p:spPr>
          <a:xfrm xmlns:a="http://schemas.openxmlformats.org/drawingml/2006/main">
            <a:off x="7048500" y="33337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F6A65"/>
                </a:solidFill>
              </a:defRPr>
            </a:pPr>
            <a:r>
              <a:rPr sz="1350" b="0">
                <a:solidFill>
                  <a:srgbClr val="6F6A65"/>
                </a:solidFill>
              </a:rPr>
              <a:t>CC1101 Sub-1GHz</a:t>
            </a:r>
          </a:p>
          <a:p xmlns:a="http://schemas.openxmlformats.org/drawingml/2006/main">
            <a:pPr algn="l">
              <a:defRPr sz="1350" b="0">
                <a:solidFill>
                  <a:srgbClr val="6F6A65"/>
                </a:solidFill>
              </a:defRPr>
            </a:pPr>
            <a:r>
              <a:rPr sz="1350" b="0">
                <a:solidFill>
                  <a:srgbClr val="6F6A65"/>
                </a:solidFill>
              </a:rPr>
              <a:t>DATA · ACK · SYNC</a:t>
            </a:r>
          </a:p>
        </p:txBody>
      </p:sp>
      <p:sp>
        <p:nvSpPr>
          <p:cNvPr id="18" name="a2l">
            <a:extLst xmlns:a="http://schemas.openxmlformats.org/drawingml/2006/main">
              <a:ext uri="{FF2B5EF4-FFF2-40B4-BE49-F238E27FC236}">
                <a16:creationId xmlns:a16="http://schemas.microsoft.com/office/drawing/2014/main" id="{215CB9BA-FF9D-4A11-A867-9B2DA763559B}"/>
              </a:ext>
            </a:extLst>
          </p:cNvPr>
          <p:cNvSpPr>
            <a:spLocks xmlns:a="http://schemas.openxmlformats.org/drawingml/2006/main" noGrp="1"/>
          </p:cNvSpPr>
          <p:nvPr/>
        </p:nvSpPr>
        <p:spPr>
          <a:xfrm xmlns:a="http://schemas.openxmlformats.org/drawingml/2006/main">
            <a:off x="9391650" y="3257550"/>
            <a:ext cx="3048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a2h">
            <a:extLst xmlns:a="http://schemas.openxmlformats.org/drawingml/2006/main">
              <a:ext uri="{FF2B5EF4-FFF2-40B4-BE49-F238E27FC236}">
                <a16:creationId xmlns:a16="http://schemas.microsoft.com/office/drawing/2014/main" id="{C662E2EE-B91B-4AC4-BD14-063EBA28A6A4}"/>
              </a:ext>
            </a:extLst>
          </p:cNvPr>
          <p:cNvSpPr>
            <a:spLocks xmlns:a="http://schemas.openxmlformats.org/drawingml/2006/main" noGrp="1"/>
          </p:cNvSpPr>
          <p:nvPr/>
        </p:nvSpPr>
        <p:spPr>
          <a:xfrm xmlns:a="http://schemas.openxmlformats.org/drawingml/2006/main">
            <a:off x="9639300" y="31813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c3">
            <a:extLst xmlns:a="http://schemas.openxmlformats.org/drawingml/2006/main">
              <a:ext uri="{FF2B5EF4-FFF2-40B4-BE49-F238E27FC236}">
                <a16:creationId xmlns:a16="http://schemas.microsoft.com/office/drawing/2014/main" id="{806B708E-6498-44CC-80B8-9686B44D0A7C}"/>
              </a:ext>
            </a:extLst>
          </p:cNvPr>
          <p:cNvSpPr>
            <a:spLocks xmlns:a="http://schemas.openxmlformats.org/drawingml/2006/main" noGrp="1"/>
          </p:cNvSpPr>
          <p:nvPr/>
        </p:nvSpPr>
        <p:spPr>
          <a:xfrm xmlns:a="http://schemas.openxmlformats.org/drawingml/2006/main">
            <a:off x="9829800" y="2228850"/>
            <a:ext cx="2476500" cy="22288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21" name="ct3">
            <a:extLst xmlns:a="http://schemas.openxmlformats.org/drawingml/2006/main">
              <a:ext uri="{FF2B5EF4-FFF2-40B4-BE49-F238E27FC236}">
                <a16:creationId xmlns:a16="http://schemas.microsoft.com/office/drawing/2014/main" id="{804BCD7D-E96A-4779-94E7-2B21487BF8E6}"/>
              </a:ext>
            </a:extLst>
          </p:cNvPr>
          <p:cNvSpPr>
            <a:spLocks xmlns:a="http://schemas.openxmlformats.org/drawingml/2006/main" noGrp="1"/>
          </p:cNvSpPr>
          <p:nvPr/>
        </p:nvSpPr>
        <p:spPr>
          <a:xfrm xmlns:a="http://schemas.openxmlformats.org/drawingml/2006/main">
            <a:off x="10020300" y="24574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1412"/>
                </a:solidFill>
              </a:defRPr>
            </a:pPr>
            <a:r>
              <a:rPr sz="1725" b="1">
                <a:solidFill>
                  <a:srgbClr val="171412"/>
                </a:solidFill>
              </a:rPr>
              <a:t>ESP32 Firmware</a:t>
            </a:r>
          </a:p>
        </p:txBody>
      </p:sp>
      <p:sp>
        <p:nvSpPr>
          <p:cNvPr id="22" name="cb3">
            <a:extLst xmlns:a="http://schemas.openxmlformats.org/drawingml/2006/main">
              <a:ext uri="{FF2B5EF4-FFF2-40B4-BE49-F238E27FC236}">
                <a16:creationId xmlns:a16="http://schemas.microsoft.com/office/drawing/2014/main" id="{F7707D34-9CED-437C-90CE-040770719584}"/>
              </a:ext>
            </a:extLst>
          </p:cNvPr>
          <p:cNvSpPr>
            <a:spLocks xmlns:a="http://schemas.openxmlformats.org/drawingml/2006/main" noGrp="1"/>
          </p:cNvSpPr>
          <p:nvPr/>
        </p:nvSpPr>
        <p:spPr>
          <a:xfrm xmlns:a="http://schemas.openxmlformats.org/drawingml/2006/main">
            <a:off x="10020300" y="33337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F6A65"/>
                </a:solidFill>
              </a:defRPr>
            </a:pPr>
            <a:r>
              <a:rPr sz="1350" b="0">
                <a:solidFill>
                  <a:srgbClr val="6F6A65"/>
                </a:solidFill>
              </a:rPr>
              <a:t>프로토콜 수신 · OTA write</a:t>
            </a:r>
          </a:p>
          <a:p xmlns:a="http://schemas.openxmlformats.org/drawingml/2006/main">
            <a:pPr algn="l">
              <a:defRPr sz="1350" b="0">
                <a:solidFill>
                  <a:srgbClr val="6F6A65"/>
                </a:solidFill>
              </a:defRPr>
            </a:pPr>
            <a:r>
              <a:rPr sz="1350" b="0">
                <a:solidFill>
                  <a:srgbClr val="6F6A65"/>
                </a:solidFill>
              </a:rPr>
              <a:t>Speex · PTT · UI</a:t>
            </a:r>
          </a:p>
        </p:txBody>
      </p:sp>
      <p:sp>
        <p:nvSpPr>
          <p:cNvPr id="23" name="lh0">
            <a:extLst xmlns:a="http://schemas.openxmlformats.org/drawingml/2006/main">
              <a:ext uri="{FF2B5EF4-FFF2-40B4-BE49-F238E27FC236}">
                <a16:creationId xmlns:a16="http://schemas.microsoft.com/office/drawing/2014/main" id="{7058C1F9-5485-4840-8BC8-E1A3CE364A7D}"/>
              </a:ext>
            </a:extLst>
          </p:cNvPr>
          <p:cNvSpPr>
            <a:spLocks xmlns:a="http://schemas.openxmlformats.org/drawingml/2006/main" noGrp="1"/>
          </p:cNvSpPr>
          <p:nvPr/>
        </p:nvSpPr>
        <p:spPr>
          <a:xfrm xmlns:a="http://schemas.openxmlformats.org/drawingml/2006/main">
            <a:off x="914400" y="4953000"/>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제어</a:t>
            </a:r>
          </a:p>
        </p:txBody>
      </p:sp>
      <p:sp>
        <p:nvSpPr>
          <p:cNvPr id="24" name="ll0">
            <a:extLst xmlns:a="http://schemas.openxmlformats.org/drawingml/2006/main">
              <a:ext uri="{FF2B5EF4-FFF2-40B4-BE49-F238E27FC236}">
                <a16:creationId xmlns:a16="http://schemas.microsoft.com/office/drawing/2014/main" id="{285B38FF-E35A-4C4B-B4A3-65C05307E200}"/>
              </a:ext>
            </a:extLst>
          </p:cNvPr>
          <p:cNvSpPr>
            <a:spLocks xmlns:a="http://schemas.openxmlformats.org/drawingml/2006/main" noGrp="1"/>
          </p:cNvSpPr>
          <p:nvPr/>
        </p:nvSpPr>
        <p:spPr>
          <a:xfrm xmlns:a="http://schemas.openxmlformats.org/drawingml/2006/main">
            <a:off x="1857375" y="5114925"/>
            <a:ext cx="8953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5" name="lb0">
            <a:extLst xmlns:a="http://schemas.openxmlformats.org/drawingml/2006/main">
              <a:ext uri="{FF2B5EF4-FFF2-40B4-BE49-F238E27FC236}">
                <a16:creationId xmlns:a16="http://schemas.microsoft.com/office/drawing/2014/main" id="{4B44AF2A-D94C-4AC5-A8CE-74C013D2A976}"/>
              </a:ext>
            </a:extLst>
          </p:cNvPr>
          <p:cNvSpPr>
            <a:spLocks xmlns:a="http://schemas.openxmlformats.org/drawingml/2006/main" noGrp="1"/>
          </p:cNvSpPr>
          <p:nvPr/>
        </p:nvSpPr>
        <p:spPr>
          <a:xfrm xmlns:a="http://schemas.openxmlformats.org/drawingml/2006/main">
            <a:off x="2952750" y="495300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71412"/>
                </a:solidFill>
              </a:defRPr>
            </a:pPr>
            <a:r>
              <a:rPr sz="1350" b="0">
                <a:solidFill>
                  <a:srgbClr val="171412"/>
                </a:solidFill>
              </a:rPr>
              <a:t>DISCOVER · CONFIG · ACTIVATE · START · ACK/NACK</a:t>
            </a:r>
          </a:p>
        </p:txBody>
      </p:sp>
      <p:sp>
        <p:nvSpPr>
          <p:cNvPr id="26" name="lh1">
            <a:extLst xmlns:a="http://schemas.openxmlformats.org/drawingml/2006/main">
              <a:ext uri="{FF2B5EF4-FFF2-40B4-BE49-F238E27FC236}">
                <a16:creationId xmlns:a16="http://schemas.microsoft.com/office/drawing/2014/main" id="{65C6484F-57BA-424C-8566-B23FC01890AD}"/>
              </a:ext>
            </a:extLst>
          </p:cNvPr>
          <p:cNvSpPr>
            <a:spLocks xmlns:a="http://schemas.openxmlformats.org/drawingml/2006/main" noGrp="1"/>
          </p:cNvSpPr>
          <p:nvPr/>
        </p:nvSpPr>
        <p:spPr>
          <a:xfrm xmlns:a="http://schemas.openxmlformats.org/drawingml/2006/main">
            <a:off x="914400" y="5505450"/>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동기</a:t>
            </a:r>
          </a:p>
        </p:txBody>
      </p:sp>
      <p:sp>
        <p:nvSpPr>
          <p:cNvPr id="27" name="ll1">
            <a:extLst xmlns:a="http://schemas.openxmlformats.org/drawingml/2006/main">
              <a:ext uri="{FF2B5EF4-FFF2-40B4-BE49-F238E27FC236}">
                <a16:creationId xmlns:a16="http://schemas.microsoft.com/office/drawing/2014/main" id="{E800E0C2-B170-4F29-8A63-F82EBEE04D6C}"/>
              </a:ext>
            </a:extLst>
          </p:cNvPr>
          <p:cNvSpPr>
            <a:spLocks xmlns:a="http://schemas.openxmlformats.org/drawingml/2006/main" noGrp="1"/>
          </p:cNvSpPr>
          <p:nvPr/>
        </p:nvSpPr>
        <p:spPr>
          <a:xfrm xmlns:a="http://schemas.openxmlformats.org/drawingml/2006/main">
            <a:off x="1857375" y="5667375"/>
            <a:ext cx="8953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8" name="lb1">
            <a:extLst xmlns:a="http://schemas.openxmlformats.org/drawingml/2006/main">
              <a:ext uri="{FF2B5EF4-FFF2-40B4-BE49-F238E27FC236}">
                <a16:creationId xmlns:a16="http://schemas.microsoft.com/office/drawing/2014/main" id="{B9CA3C26-3377-4570-9895-7EA94B9AE1B2}"/>
              </a:ext>
            </a:extLst>
          </p:cNvPr>
          <p:cNvSpPr>
            <a:spLocks xmlns:a="http://schemas.openxmlformats.org/drawingml/2006/main" noGrp="1"/>
          </p:cNvSpPr>
          <p:nvPr/>
        </p:nvSpPr>
        <p:spPr>
          <a:xfrm xmlns:a="http://schemas.openxmlformats.org/drawingml/2006/main">
            <a:off x="2952750" y="550545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71412"/>
                </a:solidFill>
              </a:defRPr>
            </a:pPr>
            <a:r>
              <a:rPr sz="1350" b="0">
                <a:solidFill>
                  <a:srgbClr val="171412"/>
                </a:solidFill>
              </a:rPr>
              <a:t>seed · generation · slot · hop_index · FHSS_SYNC</a:t>
            </a:r>
          </a:p>
        </p:txBody>
      </p:sp>
      <p:sp>
        <p:nvSpPr>
          <p:cNvPr id="29" name="lh2">
            <a:extLst xmlns:a="http://schemas.openxmlformats.org/drawingml/2006/main">
              <a:ext uri="{FF2B5EF4-FFF2-40B4-BE49-F238E27FC236}">
                <a16:creationId xmlns:a16="http://schemas.microsoft.com/office/drawing/2014/main" id="{6A2F45C9-F213-4DCC-B578-D1554474AE54}"/>
              </a:ext>
            </a:extLst>
          </p:cNvPr>
          <p:cNvSpPr>
            <a:spLocks xmlns:a="http://schemas.openxmlformats.org/drawingml/2006/main" noGrp="1"/>
          </p:cNvSpPr>
          <p:nvPr/>
        </p:nvSpPr>
        <p:spPr>
          <a:xfrm xmlns:a="http://schemas.openxmlformats.org/drawingml/2006/main">
            <a:off x="914400" y="6057900"/>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미디어</a:t>
            </a:r>
          </a:p>
        </p:txBody>
      </p:sp>
      <p:sp>
        <p:nvSpPr>
          <p:cNvPr id="30" name="ll2">
            <a:extLst xmlns:a="http://schemas.openxmlformats.org/drawingml/2006/main">
              <a:ext uri="{FF2B5EF4-FFF2-40B4-BE49-F238E27FC236}">
                <a16:creationId xmlns:a16="http://schemas.microsoft.com/office/drawing/2014/main" id="{56750FC6-EA1A-49F1-A221-A8CEAF6C65A8}"/>
              </a:ext>
            </a:extLst>
          </p:cNvPr>
          <p:cNvSpPr>
            <a:spLocks xmlns:a="http://schemas.openxmlformats.org/drawingml/2006/main" noGrp="1"/>
          </p:cNvSpPr>
          <p:nvPr/>
        </p:nvSpPr>
        <p:spPr>
          <a:xfrm xmlns:a="http://schemas.openxmlformats.org/drawingml/2006/main">
            <a:off x="1857375" y="6219825"/>
            <a:ext cx="8953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1" name="lb2">
            <a:extLst xmlns:a="http://schemas.openxmlformats.org/drawingml/2006/main">
              <a:ext uri="{FF2B5EF4-FFF2-40B4-BE49-F238E27FC236}">
                <a16:creationId xmlns:a16="http://schemas.microsoft.com/office/drawing/2014/main" id="{8016981F-12FC-48A6-B99C-2C07D707644C}"/>
              </a:ext>
            </a:extLst>
          </p:cNvPr>
          <p:cNvSpPr>
            <a:spLocks xmlns:a="http://schemas.openxmlformats.org/drawingml/2006/main" noGrp="1"/>
          </p:cNvSpPr>
          <p:nvPr/>
        </p:nvSpPr>
        <p:spPr>
          <a:xfrm xmlns:a="http://schemas.openxmlformats.org/drawingml/2006/main">
            <a:off x="2952750" y="605790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71412"/>
                </a:solidFill>
              </a:defRPr>
            </a:pPr>
            <a:r>
              <a:rPr sz="1350" b="0">
                <a:solidFill>
                  <a:srgbClr val="171412"/>
                </a:solidFill>
              </a:rPr>
              <a:t>I2S PCM · Speex · 무전 음성 패킷</a:t>
            </a:r>
          </a:p>
        </p:txBody>
      </p:sp>
    </p:spTree>
    <p:extLst>
      <p:ext uri="{BB962C8B-B14F-4D97-AF65-F5344CB8AC3E}">
        <p14:creationId xmlns:p14="http://schemas.microsoft.com/office/powerpoint/2010/main" val="5863794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eyebrow">
            <a:extLst xmlns:a="http://schemas.openxmlformats.org/drawingml/2006/main">
              <a:ext uri="{FF2B5EF4-FFF2-40B4-BE49-F238E27FC236}">
                <a16:creationId xmlns:a16="http://schemas.microsoft.com/office/drawing/2014/main" id="{7E094775-9D6A-4E46-8690-E49ACFDBF052}"/>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03 · DEVICE DRIVER + YOCTO</a:t>
            </a:r>
          </a:p>
        </p:txBody>
      </p:sp>
      <p:sp>
        <p:nvSpPr>
          <p:cNvPr id="2" name="title">
            <a:extLst xmlns:a="http://schemas.openxmlformats.org/drawingml/2006/main">
              <a:ext uri="{FF2B5EF4-FFF2-40B4-BE49-F238E27FC236}">
                <a16:creationId xmlns:a16="http://schemas.microsoft.com/office/drawing/2014/main" id="{47F91D35-B351-405B-9B57-C730F244F3A1}"/>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앱은 쉽게 쓰고, 복잡한 무선 제어는 커널이 맡는다</a:t>
            </a:r>
          </a:p>
        </p:txBody>
      </p:sp>
      <p:sp>
        <p:nvSpPr>
          <p:cNvPr id="3" name="footer">
            <a:extLst xmlns:a="http://schemas.openxmlformats.org/drawingml/2006/main">
              <a:ext uri="{FF2B5EF4-FFF2-40B4-BE49-F238E27FC236}">
                <a16:creationId xmlns:a16="http://schemas.microsoft.com/office/drawing/2014/main" id="{45A19B4E-6B88-4D28-9E53-A508E00A7E80}"/>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CB71A285-87F0-4081-A2A8-B7C66EE17536}"/>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04</a:t>
            </a:r>
          </a:p>
        </p:txBody>
      </p:sp>
      <p:sp>
        <p:nvSpPr>
          <p:cNvPr id="5" name="d0">
            <a:extLst xmlns:a="http://schemas.openxmlformats.org/drawingml/2006/main">
              <a:ext uri="{FF2B5EF4-FFF2-40B4-BE49-F238E27FC236}">
                <a16:creationId xmlns:a16="http://schemas.microsoft.com/office/drawing/2014/main" id="{AE5F8054-41FE-4F4F-AA43-5AAB4C5701A3}"/>
              </a:ext>
            </a:extLst>
          </p:cNvPr>
          <p:cNvSpPr>
            <a:spLocks xmlns:a="http://schemas.openxmlformats.org/drawingml/2006/main" noGrp="1"/>
          </p:cNvSpPr>
          <p:nvPr/>
        </p:nvSpPr>
        <p:spPr>
          <a:xfrm xmlns:a="http://schemas.openxmlformats.org/drawingml/2006/main">
            <a:off x="914400" y="2133600"/>
            <a:ext cx="198120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171412"/>
            </a:solidFill>
            <a:prstDash val="solid"/>
          </a:ln>
        </p:spPr>
      </p:sp>
      <p:sp>
        <p:nvSpPr>
          <p:cNvPr id="6" name="dt0">
            <a:extLst xmlns:a="http://schemas.openxmlformats.org/drawingml/2006/main">
              <a:ext uri="{FF2B5EF4-FFF2-40B4-BE49-F238E27FC236}">
                <a16:creationId xmlns:a16="http://schemas.microsoft.com/office/drawing/2014/main" id="{67CE1B27-6BD9-47CA-A267-077C1EB810F0}"/>
              </a:ext>
            </a:extLst>
          </p:cNvPr>
          <p:cNvSpPr>
            <a:spLocks xmlns:a="http://schemas.openxmlformats.org/drawingml/2006/main" noGrp="1"/>
          </p:cNvSpPr>
          <p:nvPr/>
        </p:nvSpPr>
        <p:spPr>
          <a:xfrm xmlns:a="http://schemas.openxmlformats.org/drawingml/2006/main">
            <a:off x="1066800" y="23431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Gateway App</a:t>
            </a:r>
          </a:p>
        </p:txBody>
      </p:sp>
      <p:sp>
        <p:nvSpPr>
          <p:cNvPr id="7" name="db0">
            <a:extLst xmlns:a="http://schemas.openxmlformats.org/drawingml/2006/main">
              <a:ext uri="{FF2B5EF4-FFF2-40B4-BE49-F238E27FC236}">
                <a16:creationId xmlns:a16="http://schemas.microsoft.com/office/drawing/2014/main" id="{3C09E5E7-F5B1-4421-AFB1-77737D43637B}"/>
              </a:ext>
            </a:extLst>
          </p:cNvPr>
          <p:cNvSpPr>
            <a:spLocks xmlns:a="http://schemas.openxmlformats.org/drawingml/2006/main" noGrp="1"/>
          </p:cNvSpPr>
          <p:nvPr/>
        </p:nvSpPr>
        <p:spPr>
          <a:xfrm xmlns:a="http://schemas.openxmlformats.org/drawingml/2006/main">
            <a:off x="1066800" y="3114675"/>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open · read · write</a:t>
            </a:r>
          </a:p>
          <a:p xmlns:a="http://schemas.openxmlformats.org/drawingml/2006/main">
            <a:pPr algn="ctr">
              <a:defRPr sz="1200" b="0">
                <a:solidFill>
                  <a:srgbClr val="6F6A65"/>
                </a:solidFill>
              </a:defRPr>
            </a:pPr>
            <a:r>
              <a:rPr sz="1200" b="0">
                <a:solidFill>
                  <a:srgbClr val="6F6A65"/>
                </a:solidFill>
              </a:rPr>
              <a:t>ioctl · poll</a:t>
            </a:r>
          </a:p>
        </p:txBody>
      </p:sp>
      <p:sp>
        <p:nvSpPr>
          <p:cNvPr id="8" name="da0l">
            <a:extLst xmlns:a="http://schemas.openxmlformats.org/drawingml/2006/main">
              <a:ext uri="{FF2B5EF4-FFF2-40B4-BE49-F238E27FC236}">
                <a16:creationId xmlns:a16="http://schemas.microsoft.com/office/drawing/2014/main" id="{9E9BF928-4778-4446-AE93-D0103294037C}"/>
              </a:ext>
            </a:extLst>
          </p:cNvPr>
          <p:cNvSpPr>
            <a:spLocks xmlns:a="http://schemas.openxmlformats.org/drawingml/2006/main" noGrp="1"/>
          </p:cNvSpPr>
          <p:nvPr/>
        </p:nvSpPr>
        <p:spPr>
          <a:xfrm xmlns:a="http://schemas.openxmlformats.org/drawingml/2006/main">
            <a:off x="2924175" y="309562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da0h">
            <a:extLst xmlns:a="http://schemas.openxmlformats.org/drawingml/2006/main">
              <a:ext uri="{FF2B5EF4-FFF2-40B4-BE49-F238E27FC236}">
                <a16:creationId xmlns:a16="http://schemas.microsoft.com/office/drawing/2014/main" id="{A2C92EF4-9592-4879-8D86-E4C4BA0127FF}"/>
              </a:ext>
            </a:extLst>
          </p:cNvPr>
          <p:cNvSpPr>
            <a:spLocks xmlns:a="http://schemas.openxmlformats.org/drawingml/2006/main" noGrp="1"/>
          </p:cNvSpPr>
          <p:nvPr/>
        </p:nvSpPr>
        <p:spPr>
          <a:xfrm xmlns:a="http://schemas.openxmlformats.org/drawingml/2006/main">
            <a:off x="3114675" y="30194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0" name="d1">
            <a:extLst xmlns:a="http://schemas.openxmlformats.org/drawingml/2006/main">
              <a:ext uri="{FF2B5EF4-FFF2-40B4-BE49-F238E27FC236}">
                <a16:creationId xmlns:a16="http://schemas.microsoft.com/office/drawing/2014/main" id="{909E59B1-4E01-499B-914C-FDE095FFD084}"/>
              </a:ext>
            </a:extLst>
          </p:cNvPr>
          <p:cNvSpPr>
            <a:spLocks xmlns:a="http://schemas.openxmlformats.org/drawingml/2006/main" noGrp="1"/>
          </p:cNvSpPr>
          <p:nvPr/>
        </p:nvSpPr>
        <p:spPr>
          <a:xfrm xmlns:a="http://schemas.openxmlformats.org/drawingml/2006/main">
            <a:off x="3295650" y="2133600"/>
            <a:ext cx="198120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171412"/>
            </a:solidFill>
            <a:prstDash val="solid"/>
          </a:ln>
        </p:spPr>
      </p:sp>
      <p:sp>
        <p:nvSpPr>
          <p:cNvPr id="11" name="dt1">
            <a:extLst xmlns:a="http://schemas.openxmlformats.org/drawingml/2006/main">
              <a:ext uri="{FF2B5EF4-FFF2-40B4-BE49-F238E27FC236}">
                <a16:creationId xmlns:a16="http://schemas.microsoft.com/office/drawing/2014/main" id="{EA590389-85C4-4D4C-B6EC-5BBE06BBB3E3}"/>
              </a:ext>
            </a:extLst>
          </p:cNvPr>
          <p:cNvSpPr>
            <a:spLocks xmlns:a="http://schemas.openxmlformats.org/drawingml/2006/main" noGrp="1"/>
          </p:cNvSpPr>
          <p:nvPr/>
        </p:nvSpPr>
        <p:spPr>
          <a:xfrm xmlns:a="http://schemas.openxmlformats.org/drawingml/2006/main">
            <a:off x="3448050" y="23431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/dev/cc1101</a:t>
            </a:r>
          </a:p>
        </p:txBody>
      </p:sp>
      <p:sp>
        <p:nvSpPr>
          <p:cNvPr id="12" name="db1">
            <a:extLst xmlns:a="http://schemas.openxmlformats.org/drawingml/2006/main">
              <a:ext uri="{FF2B5EF4-FFF2-40B4-BE49-F238E27FC236}">
                <a16:creationId xmlns:a16="http://schemas.microsoft.com/office/drawing/2014/main" id="{158680AE-F52A-469A-BDE6-737B378171F7}"/>
              </a:ext>
            </a:extLst>
          </p:cNvPr>
          <p:cNvSpPr>
            <a:spLocks xmlns:a="http://schemas.openxmlformats.org/drawingml/2006/main" noGrp="1"/>
          </p:cNvSpPr>
          <p:nvPr/>
        </p:nvSpPr>
        <p:spPr>
          <a:xfrm xmlns:a="http://schemas.openxmlformats.org/drawingml/2006/main">
            <a:off x="3448050" y="3114675"/>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misc device</a:t>
            </a:r>
          </a:p>
          <a:p xmlns:a="http://schemas.openxmlformats.org/drawingml/2006/main">
            <a:pPr algn="ctr">
              <a:defRPr sz="1200" b="0">
                <a:solidFill>
                  <a:srgbClr val="6F6A65"/>
                </a:solidFill>
              </a:defRPr>
            </a:pPr>
            <a:r>
              <a:rPr sz="1200" b="0">
                <a:solidFill>
                  <a:srgbClr val="6F6A65"/>
                </a:solidFill>
              </a:rPr>
              <a:t>UAPI 경계</a:t>
            </a:r>
          </a:p>
        </p:txBody>
      </p:sp>
      <p:sp>
        <p:nvSpPr>
          <p:cNvPr id="13" name="da1l">
            <a:extLst xmlns:a="http://schemas.openxmlformats.org/drawingml/2006/main">
              <a:ext uri="{FF2B5EF4-FFF2-40B4-BE49-F238E27FC236}">
                <a16:creationId xmlns:a16="http://schemas.microsoft.com/office/drawing/2014/main" id="{2A786B95-930B-45FC-B092-C1F9992923B6}"/>
              </a:ext>
            </a:extLst>
          </p:cNvPr>
          <p:cNvSpPr>
            <a:spLocks xmlns:a="http://schemas.openxmlformats.org/drawingml/2006/main" noGrp="1"/>
          </p:cNvSpPr>
          <p:nvPr/>
        </p:nvSpPr>
        <p:spPr>
          <a:xfrm xmlns:a="http://schemas.openxmlformats.org/drawingml/2006/main">
            <a:off x="5305425" y="309562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4" name="da1h">
            <a:extLst xmlns:a="http://schemas.openxmlformats.org/drawingml/2006/main">
              <a:ext uri="{FF2B5EF4-FFF2-40B4-BE49-F238E27FC236}">
                <a16:creationId xmlns:a16="http://schemas.microsoft.com/office/drawing/2014/main" id="{AF103123-2BCC-4B45-B7F8-9EE489BFD1C5}"/>
              </a:ext>
            </a:extLst>
          </p:cNvPr>
          <p:cNvSpPr>
            <a:spLocks xmlns:a="http://schemas.openxmlformats.org/drawingml/2006/main" noGrp="1"/>
          </p:cNvSpPr>
          <p:nvPr/>
        </p:nvSpPr>
        <p:spPr>
          <a:xfrm xmlns:a="http://schemas.openxmlformats.org/drawingml/2006/main">
            <a:off x="5495925" y="30194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5" name="d2">
            <a:extLst xmlns:a="http://schemas.openxmlformats.org/drawingml/2006/main">
              <a:ext uri="{FF2B5EF4-FFF2-40B4-BE49-F238E27FC236}">
                <a16:creationId xmlns:a16="http://schemas.microsoft.com/office/drawing/2014/main" id="{F190AC50-6E8B-462A-A6AF-4D4F9E5731FC}"/>
              </a:ext>
            </a:extLst>
          </p:cNvPr>
          <p:cNvSpPr>
            <a:spLocks xmlns:a="http://schemas.openxmlformats.org/drawingml/2006/main" noGrp="1"/>
          </p:cNvSpPr>
          <p:nvPr/>
        </p:nvSpPr>
        <p:spPr>
          <a:xfrm xmlns:a="http://schemas.openxmlformats.org/drawingml/2006/main">
            <a:off x="5676900" y="2133600"/>
            <a:ext cx="1981200" cy="1952625"/>
          </a:xfrm>
          <a:prstGeom xmlns:a="http://schemas.openxmlformats.org/drawingml/2006/main" prst="rect">
            <a:avLst/>
          </a:prstGeom>
          <a:solidFill xmlns:a="http://schemas.openxmlformats.org/drawingml/2006/main">
            <a:srgbClr val="FBF2ED"/>
          </a:solidFill>
          <a:ln xmlns:a="http://schemas.openxmlformats.org/drawingml/2006/main" w="19050">
            <a:solidFill>
              <a:srgbClr val="C84308"/>
            </a:solidFill>
            <a:prstDash val="solid"/>
          </a:ln>
        </p:spPr>
      </p:sp>
      <p:sp>
        <p:nvSpPr>
          <p:cNvPr id="16" name="dt2">
            <a:extLst xmlns:a="http://schemas.openxmlformats.org/drawingml/2006/main">
              <a:ext uri="{FF2B5EF4-FFF2-40B4-BE49-F238E27FC236}">
                <a16:creationId xmlns:a16="http://schemas.microsoft.com/office/drawing/2014/main" id="{0D17070E-602A-4627-91EF-CE432BFF348E}"/>
              </a:ext>
            </a:extLst>
          </p:cNvPr>
          <p:cNvSpPr>
            <a:spLocks xmlns:a="http://schemas.openxmlformats.org/drawingml/2006/main" noGrp="1"/>
          </p:cNvSpPr>
          <p:nvPr/>
        </p:nvSpPr>
        <p:spPr>
          <a:xfrm xmlns:a="http://schemas.openxmlformats.org/drawingml/2006/main">
            <a:off x="5829300" y="23431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C84308"/>
                </a:solidFill>
              </a:defRPr>
            </a:pPr>
            <a:r>
              <a:rPr sz="1500" b="1">
                <a:solidFill>
                  <a:srgbClr val="C84308"/>
                </a:solidFill>
              </a:rPr>
              <a:t>Driver Core</a:t>
            </a:r>
          </a:p>
        </p:txBody>
      </p:sp>
      <p:sp>
        <p:nvSpPr>
          <p:cNvPr id="17" name="db2">
            <a:extLst xmlns:a="http://schemas.openxmlformats.org/drawingml/2006/main">
              <a:ext uri="{FF2B5EF4-FFF2-40B4-BE49-F238E27FC236}">
                <a16:creationId xmlns:a16="http://schemas.microsoft.com/office/drawing/2014/main" id="{F08C3C71-074D-4833-BEDB-33125407C302}"/>
              </a:ext>
            </a:extLst>
          </p:cNvPr>
          <p:cNvSpPr>
            <a:spLocks xmlns:a="http://schemas.openxmlformats.org/drawingml/2006/main" noGrp="1"/>
          </p:cNvSpPr>
          <p:nvPr/>
        </p:nvSpPr>
        <p:spPr>
          <a:xfrm xmlns:a="http://schemas.openxmlformats.org/drawingml/2006/main">
            <a:off x="5829300" y="3114675"/>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SPI · FIFO · IRQ</a:t>
            </a:r>
          </a:p>
          <a:p xmlns:a="http://schemas.openxmlformats.org/drawingml/2006/main">
            <a:pPr algn="ctr">
              <a:defRPr sz="1200" b="0">
                <a:solidFill>
                  <a:srgbClr val="6F6A65"/>
                </a:solidFill>
              </a:defRPr>
            </a:pPr>
            <a:r>
              <a:rPr sz="1200" b="0">
                <a:solidFill>
                  <a:srgbClr val="6F6A65"/>
                </a:solidFill>
              </a:rPr>
              <a:t>상태 복구</a:t>
            </a:r>
          </a:p>
        </p:txBody>
      </p:sp>
      <p:sp>
        <p:nvSpPr>
          <p:cNvPr id="18" name="da2l">
            <a:extLst xmlns:a="http://schemas.openxmlformats.org/drawingml/2006/main">
              <a:ext uri="{FF2B5EF4-FFF2-40B4-BE49-F238E27FC236}">
                <a16:creationId xmlns:a16="http://schemas.microsoft.com/office/drawing/2014/main" id="{9AA37F18-91A2-4077-8742-B85D1670D751}"/>
              </a:ext>
            </a:extLst>
          </p:cNvPr>
          <p:cNvSpPr>
            <a:spLocks xmlns:a="http://schemas.openxmlformats.org/drawingml/2006/main" noGrp="1"/>
          </p:cNvSpPr>
          <p:nvPr/>
        </p:nvSpPr>
        <p:spPr>
          <a:xfrm xmlns:a="http://schemas.openxmlformats.org/drawingml/2006/main">
            <a:off x="7686675" y="309562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da2h">
            <a:extLst xmlns:a="http://schemas.openxmlformats.org/drawingml/2006/main">
              <a:ext uri="{FF2B5EF4-FFF2-40B4-BE49-F238E27FC236}">
                <a16:creationId xmlns:a16="http://schemas.microsoft.com/office/drawing/2014/main" id="{ACC8F049-7A13-41A6-85FF-A65800CD2C18}"/>
              </a:ext>
            </a:extLst>
          </p:cNvPr>
          <p:cNvSpPr>
            <a:spLocks xmlns:a="http://schemas.openxmlformats.org/drawingml/2006/main" noGrp="1"/>
          </p:cNvSpPr>
          <p:nvPr/>
        </p:nvSpPr>
        <p:spPr>
          <a:xfrm xmlns:a="http://schemas.openxmlformats.org/drawingml/2006/main">
            <a:off x="7877175" y="30194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d3">
            <a:extLst xmlns:a="http://schemas.openxmlformats.org/drawingml/2006/main">
              <a:ext uri="{FF2B5EF4-FFF2-40B4-BE49-F238E27FC236}">
                <a16:creationId xmlns:a16="http://schemas.microsoft.com/office/drawing/2014/main" id="{2575F7F0-BFC6-48CB-84B0-6EDF9B5C91C1}"/>
              </a:ext>
            </a:extLst>
          </p:cNvPr>
          <p:cNvSpPr>
            <a:spLocks xmlns:a="http://schemas.openxmlformats.org/drawingml/2006/main" noGrp="1"/>
          </p:cNvSpPr>
          <p:nvPr/>
        </p:nvSpPr>
        <p:spPr>
          <a:xfrm xmlns:a="http://schemas.openxmlformats.org/drawingml/2006/main">
            <a:off x="8058150" y="2133600"/>
            <a:ext cx="198120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171412"/>
            </a:solidFill>
            <a:prstDash val="solid"/>
          </a:ln>
        </p:spPr>
      </p:sp>
      <p:sp>
        <p:nvSpPr>
          <p:cNvPr id="21" name="dt3">
            <a:extLst xmlns:a="http://schemas.openxmlformats.org/drawingml/2006/main">
              <a:ext uri="{FF2B5EF4-FFF2-40B4-BE49-F238E27FC236}">
                <a16:creationId xmlns:a16="http://schemas.microsoft.com/office/drawing/2014/main" id="{8CFD03DD-540C-425E-9D88-E510C0A41843}"/>
              </a:ext>
            </a:extLst>
          </p:cNvPr>
          <p:cNvSpPr>
            <a:spLocks xmlns:a="http://schemas.openxmlformats.org/drawingml/2006/main" noGrp="1"/>
          </p:cNvSpPr>
          <p:nvPr/>
        </p:nvSpPr>
        <p:spPr>
          <a:xfrm xmlns:a="http://schemas.openxmlformats.org/drawingml/2006/main">
            <a:off x="8210550" y="23431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FHSS Engine</a:t>
            </a:r>
          </a:p>
        </p:txBody>
      </p:sp>
      <p:sp>
        <p:nvSpPr>
          <p:cNvPr id="22" name="db3">
            <a:extLst xmlns:a="http://schemas.openxmlformats.org/drawingml/2006/main">
              <a:ext uri="{FF2B5EF4-FFF2-40B4-BE49-F238E27FC236}">
                <a16:creationId xmlns:a16="http://schemas.microsoft.com/office/drawing/2014/main" id="{60DFB8E1-2352-4018-A401-49BCD1A6489B}"/>
              </a:ext>
            </a:extLst>
          </p:cNvPr>
          <p:cNvSpPr>
            <a:spLocks xmlns:a="http://schemas.openxmlformats.org/drawingml/2006/main" noGrp="1"/>
          </p:cNvSpPr>
          <p:nvPr/>
        </p:nvSpPr>
        <p:spPr>
          <a:xfrm xmlns:a="http://schemas.openxmlformats.org/drawingml/2006/main">
            <a:off x="8210550" y="3114675"/>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hrtimer · worker</a:t>
            </a:r>
          </a:p>
          <a:p xmlns:a="http://schemas.openxmlformats.org/drawingml/2006/main">
            <a:pPr algn="ctr">
              <a:defRPr sz="1200" b="0">
                <a:solidFill>
                  <a:srgbClr val="6F6A65"/>
                </a:solidFill>
              </a:defRPr>
            </a:pPr>
            <a:r>
              <a:rPr sz="1200" b="0">
                <a:solidFill>
                  <a:srgbClr val="6F6A65"/>
                </a:solidFill>
              </a:rPr>
              <a:t>SYNC · tx_lock</a:t>
            </a:r>
          </a:p>
        </p:txBody>
      </p:sp>
      <p:sp>
        <p:nvSpPr>
          <p:cNvPr id="23" name="da3l">
            <a:extLst xmlns:a="http://schemas.openxmlformats.org/drawingml/2006/main">
              <a:ext uri="{FF2B5EF4-FFF2-40B4-BE49-F238E27FC236}">
                <a16:creationId xmlns:a16="http://schemas.microsoft.com/office/drawing/2014/main" id="{927F757C-5C66-4760-9ED5-F6C36D5957FB}"/>
              </a:ext>
            </a:extLst>
          </p:cNvPr>
          <p:cNvSpPr>
            <a:spLocks xmlns:a="http://schemas.openxmlformats.org/drawingml/2006/main" noGrp="1"/>
          </p:cNvSpPr>
          <p:nvPr/>
        </p:nvSpPr>
        <p:spPr>
          <a:xfrm xmlns:a="http://schemas.openxmlformats.org/drawingml/2006/main">
            <a:off x="10067925" y="309562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4" name="da3h">
            <a:extLst xmlns:a="http://schemas.openxmlformats.org/drawingml/2006/main">
              <a:ext uri="{FF2B5EF4-FFF2-40B4-BE49-F238E27FC236}">
                <a16:creationId xmlns:a16="http://schemas.microsoft.com/office/drawing/2014/main" id="{36B9855E-0ECE-472F-B9C9-47AC338C49B0}"/>
              </a:ext>
            </a:extLst>
          </p:cNvPr>
          <p:cNvSpPr>
            <a:spLocks xmlns:a="http://schemas.openxmlformats.org/drawingml/2006/main" noGrp="1"/>
          </p:cNvSpPr>
          <p:nvPr/>
        </p:nvSpPr>
        <p:spPr>
          <a:xfrm xmlns:a="http://schemas.openxmlformats.org/drawingml/2006/main">
            <a:off x="10258425" y="30194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5" name="d4">
            <a:extLst xmlns:a="http://schemas.openxmlformats.org/drawingml/2006/main">
              <a:ext uri="{FF2B5EF4-FFF2-40B4-BE49-F238E27FC236}">
                <a16:creationId xmlns:a16="http://schemas.microsoft.com/office/drawing/2014/main" id="{57761BB1-06B3-4D86-9D86-953B10FA9171}"/>
              </a:ext>
            </a:extLst>
          </p:cNvPr>
          <p:cNvSpPr>
            <a:spLocks xmlns:a="http://schemas.openxmlformats.org/drawingml/2006/main" noGrp="1"/>
          </p:cNvSpPr>
          <p:nvPr/>
        </p:nvSpPr>
        <p:spPr>
          <a:xfrm xmlns:a="http://schemas.openxmlformats.org/drawingml/2006/main">
            <a:off x="10439400" y="2133600"/>
            <a:ext cx="198120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171412"/>
            </a:solidFill>
            <a:prstDash val="solid"/>
          </a:ln>
        </p:spPr>
      </p:sp>
      <p:sp>
        <p:nvSpPr>
          <p:cNvPr id="26" name="dt4">
            <a:extLst xmlns:a="http://schemas.openxmlformats.org/drawingml/2006/main">
              <a:ext uri="{FF2B5EF4-FFF2-40B4-BE49-F238E27FC236}">
                <a16:creationId xmlns:a16="http://schemas.microsoft.com/office/drawing/2014/main" id="{B0909BC2-645E-4CC3-B9A6-13647002E737}"/>
              </a:ext>
            </a:extLst>
          </p:cNvPr>
          <p:cNvSpPr>
            <a:spLocks xmlns:a="http://schemas.openxmlformats.org/drawingml/2006/main" noGrp="1"/>
          </p:cNvSpPr>
          <p:nvPr/>
        </p:nvSpPr>
        <p:spPr>
          <a:xfrm xmlns:a="http://schemas.openxmlformats.org/drawingml/2006/main">
            <a:off x="10591800" y="23431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CC1101</a:t>
            </a:r>
          </a:p>
        </p:txBody>
      </p:sp>
      <p:sp>
        <p:nvSpPr>
          <p:cNvPr id="27" name="db4">
            <a:extLst xmlns:a="http://schemas.openxmlformats.org/drawingml/2006/main">
              <a:ext uri="{FF2B5EF4-FFF2-40B4-BE49-F238E27FC236}">
                <a16:creationId xmlns:a16="http://schemas.microsoft.com/office/drawing/2014/main" id="{A24525F5-EE1B-40F4-9C78-460A02384863}"/>
              </a:ext>
            </a:extLst>
          </p:cNvPr>
          <p:cNvSpPr>
            <a:spLocks xmlns:a="http://schemas.openxmlformats.org/drawingml/2006/main" noGrp="1"/>
          </p:cNvSpPr>
          <p:nvPr/>
        </p:nvSpPr>
        <p:spPr>
          <a:xfrm xmlns:a="http://schemas.openxmlformats.org/drawingml/2006/main">
            <a:off x="10591800" y="3114675"/>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GDO0/GDO2</a:t>
            </a:r>
          </a:p>
          <a:p xmlns:a="http://schemas.openxmlformats.org/drawingml/2006/main">
            <a:pPr algn="ctr">
              <a:defRPr sz="1200" b="0">
                <a:solidFill>
                  <a:srgbClr val="6F6A65"/>
                </a:solidFill>
              </a:defRPr>
            </a:pPr>
            <a:r>
              <a:rPr sz="1200" b="0">
                <a:solidFill>
                  <a:srgbClr val="6F6A65"/>
                </a:solidFill>
              </a:rPr>
              <a:t>Sub-1GHz RF</a:t>
            </a:r>
          </a:p>
        </p:txBody>
      </p:sp>
      <p:sp>
        <p:nvSpPr>
          <p:cNvPr id="28" name="yocto-h">
            <a:extLst xmlns:a="http://schemas.openxmlformats.org/drawingml/2006/main">
              <a:ext uri="{FF2B5EF4-FFF2-40B4-BE49-F238E27FC236}">
                <a16:creationId xmlns:a16="http://schemas.microsoft.com/office/drawing/2014/main" id="{AB70AAC0-8757-48FC-882C-EA9D60B81F4E}"/>
              </a:ext>
            </a:extLst>
          </p:cNvPr>
          <p:cNvSpPr>
            <a:spLocks xmlns:a="http://schemas.openxmlformats.org/drawingml/2006/main" noGrp="1"/>
          </p:cNvSpPr>
          <p:nvPr/>
        </p:nvSpPr>
        <p:spPr>
          <a:xfrm xmlns:a="http://schemas.openxmlformats.org/drawingml/2006/main">
            <a:off x="914400" y="476250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1412"/>
                </a:solidFill>
              </a:defRPr>
            </a:pPr>
            <a:r>
              <a:rPr sz="1875" b="1">
                <a:solidFill>
                  <a:srgbClr val="171412"/>
                </a:solidFill>
              </a:rPr>
              <a:t>Yocto 이미지에 재현 가능한 형태로 포함</a:t>
            </a:r>
          </a:p>
        </p:txBody>
      </p:sp>
      <p:sp>
        <p:nvSpPr>
          <p:cNvPr id="29" name="chip0b">
            <a:extLst xmlns:a="http://schemas.openxmlformats.org/drawingml/2006/main">
              <a:ext uri="{FF2B5EF4-FFF2-40B4-BE49-F238E27FC236}">
                <a16:creationId xmlns:a16="http://schemas.microsoft.com/office/drawing/2014/main" id="{D3599B9C-CA87-4494-B286-E329E3816D58}"/>
              </a:ext>
            </a:extLst>
          </p:cNvPr>
          <p:cNvSpPr>
            <a:spLocks xmlns:a="http://schemas.openxmlformats.org/drawingml/2006/main" noGrp="1"/>
          </p:cNvSpPr>
          <p:nvPr/>
        </p:nvSpPr>
        <p:spPr>
          <a:xfrm xmlns:a="http://schemas.openxmlformats.org/drawingml/2006/main">
            <a:off x="914400" y="5391150"/>
            <a:ext cx="23812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84308"/>
            </a:solidFill>
            <a:prstDash val="solid"/>
          </a:ln>
        </p:spPr>
      </p:sp>
      <p:sp>
        <p:nvSpPr>
          <p:cNvPr id="30" name="chip0t">
            <a:extLst xmlns:a="http://schemas.openxmlformats.org/drawingml/2006/main">
              <a:ext uri="{FF2B5EF4-FFF2-40B4-BE49-F238E27FC236}">
                <a16:creationId xmlns:a16="http://schemas.microsoft.com/office/drawing/2014/main" id="{820CAFF1-EF63-49D5-866E-1BB2CB21B94F}"/>
              </a:ext>
            </a:extLst>
          </p:cNvPr>
          <p:cNvSpPr>
            <a:spLocks xmlns:a="http://schemas.openxmlformats.org/drawingml/2006/main" noGrp="1"/>
          </p:cNvSpPr>
          <p:nvPr/>
        </p:nvSpPr>
        <p:spPr>
          <a:xfrm xmlns:a="http://schemas.openxmlformats.org/drawingml/2006/main">
            <a:off x="914400" y="5391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C84308"/>
                </a:solidFill>
              </a:defRPr>
            </a:pPr>
            <a:r>
              <a:rPr sz="1125" b="1">
                <a:solidFill>
                  <a:srgbClr val="C84308"/>
                </a:solidFill>
              </a:rPr>
              <a:t>커널 모듈 recipe</a:t>
            </a:r>
          </a:p>
        </p:txBody>
      </p:sp>
      <p:sp>
        <p:nvSpPr>
          <p:cNvPr id="31" name="chip1b">
            <a:extLst xmlns:a="http://schemas.openxmlformats.org/drawingml/2006/main">
              <a:ext uri="{FF2B5EF4-FFF2-40B4-BE49-F238E27FC236}">
                <a16:creationId xmlns:a16="http://schemas.microsoft.com/office/drawing/2014/main" id="{8D1683EC-886A-4EB2-9E76-6B62FCA6A849}"/>
              </a:ext>
            </a:extLst>
          </p:cNvPr>
          <p:cNvSpPr>
            <a:spLocks xmlns:a="http://schemas.openxmlformats.org/drawingml/2006/main" noGrp="1"/>
          </p:cNvSpPr>
          <p:nvPr/>
        </p:nvSpPr>
        <p:spPr>
          <a:xfrm xmlns:a="http://schemas.openxmlformats.org/drawingml/2006/main">
            <a:off x="3676650" y="5391150"/>
            <a:ext cx="23812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6F6A65"/>
            </a:solidFill>
            <a:prstDash val="solid"/>
          </a:ln>
        </p:spPr>
      </p:sp>
      <p:sp>
        <p:nvSpPr>
          <p:cNvPr id="32" name="chip1t">
            <a:extLst xmlns:a="http://schemas.openxmlformats.org/drawingml/2006/main">
              <a:ext uri="{FF2B5EF4-FFF2-40B4-BE49-F238E27FC236}">
                <a16:creationId xmlns:a16="http://schemas.microsoft.com/office/drawing/2014/main" id="{B5CE5B6C-F035-4A71-BCC1-E8E7C71623BE}"/>
              </a:ext>
            </a:extLst>
          </p:cNvPr>
          <p:cNvSpPr>
            <a:spLocks xmlns:a="http://schemas.openxmlformats.org/drawingml/2006/main" noGrp="1"/>
          </p:cNvSpPr>
          <p:nvPr/>
        </p:nvSpPr>
        <p:spPr>
          <a:xfrm xmlns:a="http://schemas.openxmlformats.org/drawingml/2006/main">
            <a:off x="3676650" y="5391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F6A65"/>
                </a:solidFill>
              </a:defRPr>
            </a:pPr>
            <a:r>
              <a:rPr sz="1125" b="1">
                <a:solidFill>
                  <a:srgbClr val="6F6A65"/>
                </a:solidFill>
              </a:rPr>
              <a:t>Device Tree overlay</a:t>
            </a:r>
          </a:p>
        </p:txBody>
      </p:sp>
      <p:sp>
        <p:nvSpPr>
          <p:cNvPr id="33" name="chip2b">
            <a:extLst xmlns:a="http://schemas.openxmlformats.org/drawingml/2006/main">
              <a:ext uri="{FF2B5EF4-FFF2-40B4-BE49-F238E27FC236}">
                <a16:creationId xmlns:a16="http://schemas.microsoft.com/office/drawing/2014/main" id="{F6DE0284-6B28-4918-B715-76CBCC79A817}"/>
              </a:ext>
            </a:extLst>
          </p:cNvPr>
          <p:cNvSpPr>
            <a:spLocks xmlns:a="http://schemas.openxmlformats.org/drawingml/2006/main" noGrp="1"/>
          </p:cNvSpPr>
          <p:nvPr/>
        </p:nvSpPr>
        <p:spPr>
          <a:xfrm xmlns:a="http://schemas.openxmlformats.org/drawingml/2006/main">
            <a:off x="6438900" y="5391150"/>
            <a:ext cx="23812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6F6A65"/>
            </a:solidFill>
            <a:prstDash val="solid"/>
          </a:ln>
        </p:spPr>
      </p:sp>
      <p:sp>
        <p:nvSpPr>
          <p:cNvPr id="34" name="chip2t">
            <a:extLst xmlns:a="http://schemas.openxmlformats.org/drawingml/2006/main">
              <a:ext uri="{FF2B5EF4-FFF2-40B4-BE49-F238E27FC236}">
                <a16:creationId xmlns:a16="http://schemas.microsoft.com/office/drawing/2014/main" id="{CF497285-CEC1-4A42-9B97-53B97903F703}"/>
              </a:ext>
            </a:extLst>
          </p:cNvPr>
          <p:cNvSpPr>
            <a:spLocks xmlns:a="http://schemas.openxmlformats.org/drawingml/2006/main" noGrp="1"/>
          </p:cNvSpPr>
          <p:nvPr/>
        </p:nvSpPr>
        <p:spPr>
          <a:xfrm xmlns:a="http://schemas.openxmlformats.org/drawingml/2006/main">
            <a:off x="6438900" y="5391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F6A65"/>
                </a:solidFill>
              </a:defRPr>
            </a:pPr>
            <a:r>
              <a:rPr sz="1125" b="1">
                <a:solidFill>
                  <a:srgbClr val="6F6A65"/>
                </a:solidFill>
              </a:rPr>
              <a:t>cc1101-test</a:t>
            </a:r>
          </a:p>
        </p:txBody>
      </p:sp>
      <p:sp>
        <p:nvSpPr>
          <p:cNvPr id="35" name="chip3b">
            <a:extLst xmlns:a="http://schemas.openxmlformats.org/drawingml/2006/main">
              <a:ext uri="{FF2B5EF4-FFF2-40B4-BE49-F238E27FC236}">
                <a16:creationId xmlns:a16="http://schemas.microsoft.com/office/drawing/2014/main" id="{8FD8623B-2D8A-4CDC-8841-6E9DFEE44222}"/>
              </a:ext>
            </a:extLst>
          </p:cNvPr>
          <p:cNvSpPr>
            <a:spLocks xmlns:a="http://schemas.openxmlformats.org/drawingml/2006/main" noGrp="1"/>
          </p:cNvSpPr>
          <p:nvPr/>
        </p:nvSpPr>
        <p:spPr>
          <a:xfrm xmlns:a="http://schemas.openxmlformats.org/drawingml/2006/main">
            <a:off x="9201150" y="5391150"/>
            <a:ext cx="23812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6F6A65"/>
            </a:solidFill>
            <a:prstDash val="solid"/>
          </a:ln>
        </p:spPr>
      </p:sp>
      <p:sp>
        <p:nvSpPr>
          <p:cNvPr id="36" name="chip3t">
            <a:extLst xmlns:a="http://schemas.openxmlformats.org/drawingml/2006/main">
              <a:ext uri="{FF2B5EF4-FFF2-40B4-BE49-F238E27FC236}">
                <a16:creationId xmlns:a16="http://schemas.microsoft.com/office/drawing/2014/main" id="{649A15AF-62EE-4BB5-80C2-DB011D21197D}"/>
              </a:ext>
            </a:extLst>
          </p:cNvPr>
          <p:cNvSpPr>
            <a:spLocks xmlns:a="http://schemas.openxmlformats.org/drawingml/2006/main" noGrp="1"/>
          </p:cNvSpPr>
          <p:nvPr/>
        </p:nvSpPr>
        <p:spPr>
          <a:xfrm xmlns:a="http://schemas.openxmlformats.org/drawingml/2006/main">
            <a:off x="9201150" y="5391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F6A65"/>
                </a:solidFill>
              </a:defRPr>
            </a:pPr>
            <a:r>
              <a:rPr sz="1125" b="1">
                <a:solidFill>
                  <a:srgbClr val="6F6A65"/>
                </a:solidFill>
              </a:rPr>
              <a:t>USB HID gadget</a:t>
            </a:r>
          </a:p>
        </p:txBody>
      </p:sp>
      <p:sp>
        <p:nvSpPr>
          <p:cNvPr id="37" name="fix">
            <a:extLst xmlns:a="http://schemas.openxmlformats.org/drawingml/2006/main">
              <a:ext uri="{FF2B5EF4-FFF2-40B4-BE49-F238E27FC236}">
                <a16:creationId xmlns:a16="http://schemas.microsoft.com/office/drawing/2014/main" id="{5CC9DD72-0969-4646-B92E-D2558C99344F}"/>
              </a:ext>
            </a:extLst>
          </p:cNvPr>
          <p:cNvSpPr>
            <a:spLocks xmlns:a="http://schemas.openxmlformats.org/drawingml/2006/main" noGrp="1"/>
          </p:cNvSpPr>
          <p:nvPr/>
        </p:nvSpPr>
        <p:spPr>
          <a:xfrm xmlns:a="http://schemas.openxmlformats.org/drawingml/2006/main">
            <a:off x="914400" y="6229350"/>
            <a:ext cx="11887200" cy="619125"/>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38" name="fix-t">
            <a:extLst xmlns:a="http://schemas.openxmlformats.org/drawingml/2006/main">
              <a:ext uri="{FF2B5EF4-FFF2-40B4-BE49-F238E27FC236}">
                <a16:creationId xmlns:a16="http://schemas.microsoft.com/office/drawing/2014/main" id="{B371818E-126A-4863-AAA5-7D9B3A3AFDD5}"/>
              </a:ext>
            </a:extLst>
          </p:cNvPr>
          <p:cNvSpPr>
            <a:spLocks xmlns:a="http://schemas.openxmlformats.org/drawingml/2006/main" noGrp="1"/>
          </p:cNvSpPr>
          <p:nvPr/>
        </p:nvSpPr>
        <p:spPr>
          <a:xfrm xmlns:a="http://schemas.openxmlformats.org/drawingml/2006/main">
            <a:off x="1143000" y="6229350"/>
            <a:ext cx="11430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C84308"/>
                </a:solidFill>
              </a:defRPr>
            </a:pPr>
            <a:r>
              <a:rPr sz="1425" b="1">
                <a:solidFill>
                  <a:srgbClr val="C84308"/>
                </a:solidFill>
              </a:rPr>
              <a:t>안정성 보강  |  RX overflow 자동 복구 · DATA/SYNC 송신 직렬화 · Linux 5.15.92 대상 빌드</a:t>
            </a:r>
          </a:p>
        </p:txBody>
      </p:sp>
    </p:spTree>
    <p:extLst>
      <p:ext uri="{BB962C8B-B14F-4D97-AF65-F5344CB8AC3E}">
        <p14:creationId xmlns:p14="http://schemas.microsoft.com/office/powerpoint/2010/main" val="4864156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eyebrow">
            <a:extLst xmlns:a="http://schemas.openxmlformats.org/drawingml/2006/main">
              <a:ext uri="{FF2B5EF4-FFF2-40B4-BE49-F238E27FC236}">
                <a16:creationId xmlns:a16="http://schemas.microsoft.com/office/drawing/2014/main" id="{AB78A12E-9429-4F65-9469-88B2C8BAA398}"/>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04 · GATEWAY + QT</a:t>
            </a:r>
          </a:p>
        </p:txBody>
      </p:sp>
      <p:sp>
        <p:nvSpPr>
          <p:cNvPr id="2" name="title">
            <a:extLst xmlns:a="http://schemas.openxmlformats.org/drawingml/2006/main">
              <a:ext uri="{FF2B5EF4-FFF2-40B4-BE49-F238E27FC236}">
                <a16:creationId xmlns:a16="http://schemas.microsoft.com/office/drawing/2014/main" id="{2FAFF304-1D3B-421A-A4AA-7E8BD126FE97}"/>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화면과 전송 로직을 나눠 안정성을 높였다</a:t>
            </a:r>
          </a:p>
        </p:txBody>
      </p:sp>
      <p:sp>
        <p:nvSpPr>
          <p:cNvPr id="3" name="footer">
            <a:extLst xmlns:a="http://schemas.openxmlformats.org/drawingml/2006/main">
              <a:ext uri="{FF2B5EF4-FFF2-40B4-BE49-F238E27FC236}">
                <a16:creationId xmlns:a16="http://schemas.microsoft.com/office/drawing/2014/main" id="{4271964B-26BE-4E23-A28A-938E8B207299}"/>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E9F57D5D-6CD5-4F1F-BA38-A12400712663}"/>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05</a:t>
            </a:r>
          </a:p>
        </p:txBody>
      </p:sp>
      <p:sp>
        <p:nvSpPr>
          <p:cNvPr id="5" name="ui-h">
            <a:extLst xmlns:a="http://schemas.openxmlformats.org/drawingml/2006/main">
              <a:ext uri="{FF2B5EF4-FFF2-40B4-BE49-F238E27FC236}">
                <a16:creationId xmlns:a16="http://schemas.microsoft.com/office/drawing/2014/main" id="{F767B064-26C1-4EDC-BFB9-349B57958FCD}"/>
              </a:ext>
            </a:extLst>
          </p:cNvPr>
          <p:cNvSpPr>
            <a:spLocks xmlns:a="http://schemas.openxmlformats.org/drawingml/2006/main" noGrp="1"/>
          </p:cNvSpPr>
          <p:nvPr/>
        </p:nvSpPr>
        <p:spPr>
          <a:xfrm xmlns:a="http://schemas.openxmlformats.org/drawingml/2006/main">
            <a:off x="914400" y="21336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1412"/>
                </a:solidFill>
              </a:defRPr>
            </a:pPr>
            <a:r>
              <a:rPr sz="1875" b="1">
                <a:solidFill>
                  <a:srgbClr val="171412"/>
                </a:solidFill>
              </a:rPr>
              <a:t>Qt 사용자 화면</a:t>
            </a:r>
          </a:p>
        </p:txBody>
      </p:sp>
      <p:sp>
        <p:nvSpPr>
          <p:cNvPr id="6" name="ui">
            <a:extLst xmlns:a="http://schemas.openxmlformats.org/drawingml/2006/main">
              <a:ext uri="{FF2B5EF4-FFF2-40B4-BE49-F238E27FC236}">
                <a16:creationId xmlns:a16="http://schemas.microsoft.com/office/drawing/2014/main" id="{E4765FC9-07D9-466D-9EC9-44C69CDE2D64}"/>
              </a:ext>
            </a:extLst>
          </p:cNvPr>
          <p:cNvSpPr>
            <a:spLocks xmlns:a="http://schemas.openxmlformats.org/drawingml/2006/main" noGrp="1"/>
          </p:cNvSpPr>
          <p:nvPr/>
        </p:nvSpPr>
        <p:spPr>
          <a:xfrm xmlns:a="http://schemas.openxmlformats.org/drawingml/2006/main">
            <a:off x="914400" y="2686050"/>
            <a:ext cx="3143250" cy="2781300"/>
          </a:xfrm>
          <a:prstGeom xmlns:a="http://schemas.openxmlformats.org/drawingml/2006/main" prst="rect">
            <a:avLst/>
          </a:prstGeom>
          <a:solidFill xmlns:a="http://schemas.openxmlformats.org/drawingml/2006/main">
            <a:srgbClr val="FBF2ED"/>
          </a:solidFill>
          <a:ln xmlns:a="http://schemas.openxmlformats.org/drawingml/2006/main" w="14288">
            <a:solidFill>
              <a:srgbClr val="C84308"/>
            </a:solidFill>
            <a:prstDash val="solid"/>
          </a:ln>
        </p:spPr>
      </p:sp>
      <p:sp>
        <p:nvSpPr>
          <p:cNvPr id="7" name="ui1">
            <a:extLst xmlns:a="http://schemas.openxmlformats.org/drawingml/2006/main">
              <a:ext uri="{FF2B5EF4-FFF2-40B4-BE49-F238E27FC236}">
                <a16:creationId xmlns:a16="http://schemas.microsoft.com/office/drawing/2014/main" id="{32D9E22A-11E0-48FA-B955-F767B3A6FA83}"/>
              </a:ext>
            </a:extLst>
          </p:cNvPr>
          <p:cNvSpPr>
            <a:spLocks xmlns:a="http://schemas.openxmlformats.org/drawingml/2006/main" noGrp="1"/>
          </p:cNvSpPr>
          <p:nvPr/>
        </p:nvSpPr>
        <p:spPr>
          <a:xfrm xmlns:a="http://schemas.openxmlformats.org/drawingml/2006/main">
            <a:off x="1200150" y="29051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1412"/>
                </a:solidFill>
              </a:defRPr>
            </a:pPr>
            <a:r>
              <a:rPr sz="1425" b="1">
                <a:solidFill>
                  <a:srgbClr val="171412"/>
                </a:solidFill>
              </a:rPr>
              <a:t>BIN 파일 선택</a:t>
            </a:r>
          </a:p>
        </p:txBody>
      </p:sp>
      <p:sp>
        <p:nvSpPr>
          <p:cNvPr id="8" name="ui2">
            <a:extLst xmlns:a="http://schemas.openxmlformats.org/drawingml/2006/main">
              <a:ext uri="{FF2B5EF4-FFF2-40B4-BE49-F238E27FC236}">
                <a16:creationId xmlns:a16="http://schemas.microsoft.com/office/drawing/2014/main" id="{F99AEE76-C133-45FA-A029-F4AD635A5E02}"/>
              </a:ext>
            </a:extLst>
          </p:cNvPr>
          <p:cNvSpPr>
            <a:spLocks xmlns:a="http://schemas.openxmlformats.org/drawingml/2006/main" noGrp="1"/>
          </p:cNvSpPr>
          <p:nvPr/>
        </p:nvSpPr>
        <p:spPr>
          <a:xfrm xmlns:a="http://schemas.openxmlformats.org/drawingml/2006/main">
            <a:off x="1200150" y="35242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1412"/>
                </a:solidFill>
              </a:defRPr>
            </a:pPr>
            <a:r>
              <a:rPr sz="1425" b="1">
                <a:solidFill>
                  <a:srgbClr val="171412"/>
                </a:solidFill>
              </a:rPr>
              <a:t>장치 Discovery</a:t>
            </a:r>
          </a:p>
        </p:txBody>
      </p:sp>
      <p:sp>
        <p:nvSpPr>
          <p:cNvPr id="9" name="ui3">
            <a:extLst xmlns:a="http://schemas.openxmlformats.org/drawingml/2006/main">
              <a:ext uri="{FF2B5EF4-FFF2-40B4-BE49-F238E27FC236}">
                <a16:creationId xmlns:a16="http://schemas.microsoft.com/office/drawing/2014/main" id="{BD75044B-9306-469A-935F-9659A5F26763}"/>
              </a:ext>
            </a:extLst>
          </p:cNvPr>
          <p:cNvSpPr>
            <a:spLocks xmlns:a="http://schemas.openxmlformats.org/drawingml/2006/main" noGrp="1"/>
          </p:cNvSpPr>
          <p:nvPr/>
        </p:nvSpPr>
        <p:spPr>
          <a:xfrm xmlns:a="http://schemas.openxmlformats.org/drawingml/2006/main">
            <a:off x="1200150" y="414337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1412"/>
                </a:solidFill>
              </a:defRPr>
            </a:pPr>
            <a:r>
              <a:rPr sz="1425" b="1">
                <a:solidFill>
                  <a:srgbClr val="171412"/>
                </a:solidFill>
              </a:rPr>
              <a:t>대상 선택 · 진행률</a:t>
            </a:r>
          </a:p>
        </p:txBody>
      </p:sp>
      <p:sp>
        <p:nvSpPr>
          <p:cNvPr id="10" name="ui4">
            <a:extLst xmlns:a="http://schemas.openxmlformats.org/drawingml/2006/main">
              <a:ext uri="{FF2B5EF4-FFF2-40B4-BE49-F238E27FC236}">
                <a16:creationId xmlns:a16="http://schemas.microsoft.com/office/drawing/2014/main" id="{485B2C4A-90D8-4D34-B6A3-E04690B72C2B}"/>
              </a:ext>
            </a:extLst>
          </p:cNvPr>
          <p:cNvSpPr>
            <a:spLocks xmlns:a="http://schemas.openxmlformats.org/drawingml/2006/main" noGrp="1"/>
          </p:cNvSpPr>
          <p:nvPr/>
        </p:nvSpPr>
        <p:spPr>
          <a:xfrm xmlns:a="http://schemas.openxmlformats.org/drawingml/2006/main">
            <a:off x="1200150" y="47625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1412"/>
                </a:solidFill>
              </a:defRPr>
            </a:pPr>
            <a:r>
              <a:rPr sz="1425" b="1">
                <a:solidFill>
                  <a:srgbClr val="171412"/>
                </a:solidFill>
              </a:rPr>
              <a:t>성공/실패 로그</a:t>
            </a:r>
          </a:p>
        </p:txBody>
      </p:sp>
      <p:sp>
        <p:nvSpPr>
          <p:cNvPr id="11" name="fsm-h">
            <a:extLst xmlns:a="http://schemas.openxmlformats.org/drawingml/2006/main">
              <a:ext uri="{FF2B5EF4-FFF2-40B4-BE49-F238E27FC236}">
                <a16:creationId xmlns:a16="http://schemas.microsoft.com/office/drawing/2014/main" id="{A5B90902-484F-4CFF-9C64-D1AB98F98D86}"/>
              </a:ext>
            </a:extLst>
          </p:cNvPr>
          <p:cNvSpPr>
            <a:spLocks xmlns:a="http://schemas.openxmlformats.org/drawingml/2006/main" noGrp="1"/>
          </p:cNvSpPr>
          <p:nvPr/>
        </p:nvSpPr>
        <p:spPr>
          <a:xfrm xmlns:a="http://schemas.openxmlformats.org/drawingml/2006/main">
            <a:off x="4810125" y="21336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1412"/>
                </a:solidFill>
              </a:defRPr>
            </a:pPr>
            <a:r>
              <a:rPr sz="1875" b="1">
                <a:solidFill>
                  <a:srgbClr val="171412"/>
                </a:solidFill>
              </a:rPr>
              <a:t>OtaSession 상태 흐름</a:t>
            </a:r>
          </a:p>
        </p:txBody>
      </p:sp>
      <p:sp>
        <p:nvSpPr>
          <p:cNvPr id="12" name="g0">
            <a:extLst xmlns:a="http://schemas.openxmlformats.org/drawingml/2006/main">
              <a:ext uri="{FF2B5EF4-FFF2-40B4-BE49-F238E27FC236}">
                <a16:creationId xmlns:a16="http://schemas.microsoft.com/office/drawing/2014/main" id="{8AFD91C2-0D72-4A73-BC2A-E7B365D5F9B7}"/>
              </a:ext>
            </a:extLst>
          </p:cNvPr>
          <p:cNvSpPr>
            <a:spLocks xmlns:a="http://schemas.openxmlformats.org/drawingml/2006/main" noGrp="1"/>
          </p:cNvSpPr>
          <p:nvPr/>
        </p:nvSpPr>
        <p:spPr>
          <a:xfrm xmlns:a="http://schemas.openxmlformats.org/drawingml/2006/main">
            <a:off x="4810125" y="2686050"/>
            <a:ext cx="3238500"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3" name="gt0">
            <a:extLst xmlns:a="http://schemas.openxmlformats.org/drawingml/2006/main">
              <a:ext uri="{FF2B5EF4-FFF2-40B4-BE49-F238E27FC236}">
                <a16:creationId xmlns:a16="http://schemas.microsoft.com/office/drawing/2014/main" id="{3ABC9FB3-2878-49EC-9CFF-8D688806B3B5}"/>
              </a:ext>
            </a:extLst>
          </p:cNvPr>
          <p:cNvSpPr>
            <a:spLocks xmlns:a="http://schemas.openxmlformats.org/drawingml/2006/main" noGrp="1"/>
          </p:cNvSpPr>
          <p:nvPr/>
        </p:nvSpPr>
        <p:spPr>
          <a:xfrm xmlns:a="http://schemas.openxmlformats.org/drawingml/2006/main">
            <a:off x="5000625" y="26860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Handshaking</a:t>
            </a:r>
          </a:p>
        </p:txBody>
      </p:sp>
      <p:sp>
        <p:nvSpPr>
          <p:cNvPr id="14" name="ga0l">
            <a:extLst xmlns:a="http://schemas.openxmlformats.org/drawingml/2006/main">
              <a:ext uri="{FF2B5EF4-FFF2-40B4-BE49-F238E27FC236}">
                <a16:creationId xmlns:a16="http://schemas.microsoft.com/office/drawing/2014/main" id="{9E8DC90C-1CCC-44CD-A0C4-0D476CC4CE71}"/>
              </a:ext>
            </a:extLst>
          </p:cNvPr>
          <p:cNvSpPr>
            <a:spLocks xmlns:a="http://schemas.openxmlformats.org/drawingml/2006/main" noGrp="1"/>
          </p:cNvSpPr>
          <p:nvPr/>
        </p:nvSpPr>
        <p:spPr>
          <a:xfrm xmlns:a="http://schemas.openxmlformats.org/drawingml/2006/main">
            <a:off x="8210550" y="2905125"/>
            <a:ext cx="2857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5" name="ga0h">
            <a:extLst xmlns:a="http://schemas.openxmlformats.org/drawingml/2006/main">
              <a:ext uri="{FF2B5EF4-FFF2-40B4-BE49-F238E27FC236}">
                <a16:creationId xmlns:a16="http://schemas.microsoft.com/office/drawing/2014/main" id="{2442D021-AD82-4616-950B-350D86AC707C}"/>
              </a:ext>
            </a:extLst>
          </p:cNvPr>
          <p:cNvSpPr>
            <a:spLocks xmlns:a="http://schemas.openxmlformats.org/drawingml/2006/main" noGrp="1"/>
          </p:cNvSpPr>
          <p:nvPr/>
        </p:nvSpPr>
        <p:spPr>
          <a:xfrm xmlns:a="http://schemas.openxmlformats.org/drawingml/2006/main">
            <a:off x="8439150" y="28289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6" name="g1">
            <a:extLst xmlns:a="http://schemas.openxmlformats.org/drawingml/2006/main">
              <a:ext uri="{FF2B5EF4-FFF2-40B4-BE49-F238E27FC236}">
                <a16:creationId xmlns:a16="http://schemas.microsoft.com/office/drawing/2014/main" id="{AD7399C2-A393-466C-8EC3-E7C2EC7AFB59}"/>
              </a:ext>
            </a:extLst>
          </p:cNvPr>
          <p:cNvSpPr>
            <a:spLocks xmlns:a="http://schemas.openxmlformats.org/drawingml/2006/main" noGrp="1"/>
          </p:cNvSpPr>
          <p:nvPr/>
        </p:nvSpPr>
        <p:spPr>
          <a:xfrm xmlns:a="http://schemas.openxmlformats.org/drawingml/2006/main">
            <a:off x="4810125" y="3352800"/>
            <a:ext cx="3238500"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7" name="gt1">
            <a:extLst xmlns:a="http://schemas.openxmlformats.org/drawingml/2006/main">
              <a:ext uri="{FF2B5EF4-FFF2-40B4-BE49-F238E27FC236}">
                <a16:creationId xmlns:a16="http://schemas.microsoft.com/office/drawing/2014/main" id="{B5BDA806-94B7-43D0-B91B-209BC98FC77E}"/>
              </a:ext>
            </a:extLst>
          </p:cNvPr>
          <p:cNvSpPr>
            <a:spLocks xmlns:a="http://schemas.openxmlformats.org/drawingml/2006/main" noGrp="1"/>
          </p:cNvSpPr>
          <p:nvPr/>
        </p:nvSpPr>
        <p:spPr>
          <a:xfrm xmlns:a="http://schemas.openxmlformats.org/drawingml/2006/main">
            <a:off x="5000625" y="33528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Sending Batch</a:t>
            </a:r>
          </a:p>
        </p:txBody>
      </p:sp>
      <p:sp>
        <p:nvSpPr>
          <p:cNvPr id="18" name="ga1l">
            <a:extLst xmlns:a="http://schemas.openxmlformats.org/drawingml/2006/main">
              <a:ext uri="{FF2B5EF4-FFF2-40B4-BE49-F238E27FC236}">
                <a16:creationId xmlns:a16="http://schemas.microsoft.com/office/drawing/2014/main" id="{56FDC44A-7AFA-47A3-91D7-EF7F3A499D5D}"/>
              </a:ext>
            </a:extLst>
          </p:cNvPr>
          <p:cNvSpPr>
            <a:spLocks xmlns:a="http://schemas.openxmlformats.org/drawingml/2006/main" noGrp="1"/>
          </p:cNvSpPr>
          <p:nvPr/>
        </p:nvSpPr>
        <p:spPr>
          <a:xfrm xmlns:a="http://schemas.openxmlformats.org/drawingml/2006/main">
            <a:off x="8210550" y="3571875"/>
            <a:ext cx="2857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ga1h">
            <a:extLst xmlns:a="http://schemas.openxmlformats.org/drawingml/2006/main">
              <a:ext uri="{FF2B5EF4-FFF2-40B4-BE49-F238E27FC236}">
                <a16:creationId xmlns:a16="http://schemas.microsoft.com/office/drawing/2014/main" id="{A79D2882-3D06-4949-888F-E94837FC2C18}"/>
              </a:ext>
            </a:extLst>
          </p:cNvPr>
          <p:cNvSpPr>
            <a:spLocks xmlns:a="http://schemas.openxmlformats.org/drawingml/2006/main" noGrp="1"/>
          </p:cNvSpPr>
          <p:nvPr/>
        </p:nvSpPr>
        <p:spPr>
          <a:xfrm xmlns:a="http://schemas.openxmlformats.org/drawingml/2006/main">
            <a:off x="8439150" y="34956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g2">
            <a:extLst xmlns:a="http://schemas.openxmlformats.org/drawingml/2006/main">
              <a:ext uri="{FF2B5EF4-FFF2-40B4-BE49-F238E27FC236}">
                <a16:creationId xmlns:a16="http://schemas.microsoft.com/office/drawing/2014/main" id="{0F7E9303-27C5-4CE7-AE9D-1C46C8D263E1}"/>
              </a:ext>
            </a:extLst>
          </p:cNvPr>
          <p:cNvSpPr>
            <a:spLocks xmlns:a="http://schemas.openxmlformats.org/drawingml/2006/main" noGrp="1"/>
          </p:cNvSpPr>
          <p:nvPr/>
        </p:nvSpPr>
        <p:spPr>
          <a:xfrm xmlns:a="http://schemas.openxmlformats.org/drawingml/2006/main">
            <a:off x="4810125" y="4019550"/>
            <a:ext cx="3238500"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21" name="gt2">
            <a:extLst xmlns:a="http://schemas.openxmlformats.org/drawingml/2006/main">
              <a:ext uri="{FF2B5EF4-FFF2-40B4-BE49-F238E27FC236}">
                <a16:creationId xmlns:a16="http://schemas.microsoft.com/office/drawing/2014/main" id="{3AFB2C51-E03F-4887-9D6D-646612BCE093}"/>
              </a:ext>
            </a:extLst>
          </p:cNvPr>
          <p:cNvSpPr>
            <a:spLocks xmlns:a="http://schemas.openxmlformats.org/drawingml/2006/main" noGrp="1"/>
          </p:cNvSpPr>
          <p:nvPr/>
        </p:nvSpPr>
        <p:spPr>
          <a:xfrm xmlns:a="http://schemas.openxmlformats.org/drawingml/2006/main">
            <a:off x="5000625" y="40195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Wait ACK/NACK</a:t>
            </a:r>
          </a:p>
        </p:txBody>
      </p:sp>
      <p:sp>
        <p:nvSpPr>
          <p:cNvPr id="22" name="ga2l">
            <a:extLst xmlns:a="http://schemas.openxmlformats.org/drawingml/2006/main">
              <a:ext uri="{FF2B5EF4-FFF2-40B4-BE49-F238E27FC236}">
                <a16:creationId xmlns:a16="http://schemas.microsoft.com/office/drawing/2014/main" id="{0907F81F-F2EA-44ED-924A-BE988DF85DC5}"/>
              </a:ext>
            </a:extLst>
          </p:cNvPr>
          <p:cNvSpPr>
            <a:spLocks xmlns:a="http://schemas.openxmlformats.org/drawingml/2006/main" noGrp="1"/>
          </p:cNvSpPr>
          <p:nvPr/>
        </p:nvSpPr>
        <p:spPr>
          <a:xfrm xmlns:a="http://schemas.openxmlformats.org/drawingml/2006/main">
            <a:off x="8210550" y="4238625"/>
            <a:ext cx="2857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3" name="ga2h">
            <a:extLst xmlns:a="http://schemas.openxmlformats.org/drawingml/2006/main">
              <a:ext uri="{FF2B5EF4-FFF2-40B4-BE49-F238E27FC236}">
                <a16:creationId xmlns:a16="http://schemas.microsoft.com/office/drawing/2014/main" id="{C33851E7-0DFF-4C01-ACF8-31DE314E6B95}"/>
              </a:ext>
            </a:extLst>
          </p:cNvPr>
          <p:cNvSpPr>
            <a:spLocks xmlns:a="http://schemas.openxmlformats.org/drawingml/2006/main" noGrp="1"/>
          </p:cNvSpPr>
          <p:nvPr/>
        </p:nvSpPr>
        <p:spPr>
          <a:xfrm xmlns:a="http://schemas.openxmlformats.org/drawingml/2006/main">
            <a:off x="8439150" y="41624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4" name="g3">
            <a:extLst xmlns:a="http://schemas.openxmlformats.org/drawingml/2006/main">
              <a:ext uri="{FF2B5EF4-FFF2-40B4-BE49-F238E27FC236}">
                <a16:creationId xmlns:a16="http://schemas.microsoft.com/office/drawing/2014/main" id="{C933DD27-F286-44EB-8926-5B3CB8DBE75E}"/>
              </a:ext>
            </a:extLst>
          </p:cNvPr>
          <p:cNvSpPr>
            <a:spLocks xmlns:a="http://schemas.openxmlformats.org/drawingml/2006/main" noGrp="1"/>
          </p:cNvSpPr>
          <p:nvPr/>
        </p:nvSpPr>
        <p:spPr>
          <a:xfrm xmlns:a="http://schemas.openxmlformats.org/drawingml/2006/main">
            <a:off x="4810125" y="4686300"/>
            <a:ext cx="3238500"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25" name="gt3">
            <a:extLst xmlns:a="http://schemas.openxmlformats.org/drawingml/2006/main">
              <a:ext uri="{FF2B5EF4-FFF2-40B4-BE49-F238E27FC236}">
                <a16:creationId xmlns:a16="http://schemas.microsoft.com/office/drawing/2014/main" id="{86009348-2BEA-422E-9235-A69CD05F58E8}"/>
              </a:ext>
            </a:extLst>
          </p:cNvPr>
          <p:cNvSpPr>
            <a:spLocks xmlns:a="http://schemas.openxmlformats.org/drawingml/2006/main" noGrp="1"/>
          </p:cNvSpPr>
          <p:nvPr/>
        </p:nvSpPr>
        <p:spPr>
          <a:xfrm xmlns:a="http://schemas.openxmlformats.org/drawingml/2006/main">
            <a:off x="5000625" y="46863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Selective Retry</a:t>
            </a:r>
          </a:p>
        </p:txBody>
      </p:sp>
      <p:sp>
        <p:nvSpPr>
          <p:cNvPr id="26" name="ga3l">
            <a:extLst xmlns:a="http://schemas.openxmlformats.org/drawingml/2006/main">
              <a:ext uri="{FF2B5EF4-FFF2-40B4-BE49-F238E27FC236}">
                <a16:creationId xmlns:a16="http://schemas.microsoft.com/office/drawing/2014/main" id="{3245D2EF-DF8C-4FF6-9424-5E163B22F348}"/>
              </a:ext>
            </a:extLst>
          </p:cNvPr>
          <p:cNvSpPr>
            <a:spLocks xmlns:a="http://schemas.openxmlformats.org/drawingml/2006/main" noGrp="1"/>
          </p:cNvSpPr>
          <p:nvPr/>
        </p:nvSpPr>
        <p:spPr>
          <a:xfrm xmlns:a="http://schemas.openxmlformats.org/drawingml/2006/main">
            <a:off x="8210550" y="4905375"/>
            <a:ext cx="2857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7" name="ga3h">
            <a:extLst xmlns:a="http://schemas.openxmlformats.org/drawingml/2006/main">
              <a:ext uri="{FF2B5EF4-FFF2-40B4-BE49-F238E27FC236}">
                <a16:creationId xmlns:a16="http://schemas.microsoft.com/office/drawing/2014/main" id="{FAFF7356-5478-4820-A503-5F1B8F061683}"/>
              </a:ext>
            </a:extLst>
          </p:cNvPr>
          <p:cNvSpPr>
            <a:spLocks xmlns:a="http://schemas.openxmlformats.org/drawingml/2006/main" noGrp="1"/>
          </p:cNvSpPr>
          <p:nvPr/>
        </p:nvSpPr>
        <p:spPr>
          <a:xfrm xmlns:a="http://schemas.openxmlformats.org/drawingml/2006/main">
            <a:off x="8439150" y="48291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8" name="g4">
            <a:extLst xmlns:a="http://schemas.openxmlformats.org/drawingml/2006/main">
              <a:ext uri="{FF2B5EF4-FFF2-40B4-BE49-F238E27FC236}">
                <a16:creationId xmlns:a16="http://schemas.microsoft.com/office/drawing/2014/main" id="{91778648-51FF-44A5-94B6-F15E6A286964}"/>
              </a:ext>
            </a:extLst>
          </p:cNvPr>
          <p:cNvSpPr>
            <a:spLocks xmlns:a="http://schemas.openxmlformats.org/drawingml/2006/main" noGrp="1"/>
          </p:cNvSpPr>
          <p:nvPr/>
        </p:nvSpPr>
        <p:spPr>
          <a:xfrm xmlns:a="http://schemas.openxmlformats.org/drawingml/2006/main">
            <a:off x="4810125" y="5353050"/>
            <a:ext cx="3238500" cy="457200"/>
          </a:xfrm>
          <a:prstGeom xmlns:a="http://schemas.openxmlformats.org/drawingml/2006/main" prst="rect">
            <a:avLst/>
          </a:prstGeom>
          <a:solidFill xmlns:a="http://schemas.openxmlformats.org/drawingml/2006/main">
            <a:srgbClr val="EEF7F2"/>
          </a:solidFill>
          <a:ln xmlns:a="http://schemas.openxmlformats.org/drawingml/2006/main" w="11430">
            <a:solidFill>
              <a:srgbClr val="237A57"/>
            </a:solidFill>
            <a:prstDash val="solid"/>
          </a:ln>
        </p:spPr>
      </p:sp>
      <p:sp>
        <p:nvSpPr>
          <p:cNvPr id="29" name="gt4">
            <a:extLst xmlns:a="http://schemas.openxmlformats.org/drawingml/2006/main">
              <a:ext uri="{FF2B5EF4-FFF2-40B4-BE49-F238E27FC236}">
                <a16:creationId xmlns:a16="http://schemas.microsoft.com/office/drawing/2014/main" id="{08FF4EAF-201F-4D94-AA3C-796FE976FCD5}"/>
              </a:ext>
            </a:extLst>
          </p:cNvPr>
          <p:cNvSpPr>
            <a:spLocks xmlns:a="http://schemas.openxmlformats.org/drawingml/2006/main" noGrp="1"/>
          </p:cNvSpPr>
          <p:nvPr/>
        </p:nvSpPr>
        <p:spPr>
          <a:xfrm xmlns:a="http://schemas.openxmlformats.org/drawingml/2006/main">
            <a:off x="5000625" y="53530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37A57"/>
                </a:solidFill>
              </a:defRPr>
            </a:pPr>
            <a:r>
              <a:rPr sz="1350" b="1">
                <a:solidFill>
                  <a:srgbClr val="237A57"/>
                </a:solidFill>
              </a:rPr>
              <a:t>Verify / Done</a:t>
            </a:r>
          </a:p>
        </p:txBody>
      </p:sp>
      <p:sp>
        <p:nvSpPr>
          <p:cNvPr id="30" name="proto">
            <a:extLst xmlns:a="http://schemas.openxmlformats.org/drawingml/2006/main">
              <a:ext uri="{FF2B5EF4-FFF2-40B4-BE49-F238E27FC236}">
                <a16:creationId xmlns:a16="http://schemas.microsoft.com/office/drawing/2014/main" id="{6EF5A675-035B-4E4B-97A7-4F89C29AB24C}"/>
              </a:ext>
            </a:extLst>
          </p:cNvPr>
          <p:cNvSpPr>
            <a:spLocks xmlns:a="http://schemas.openxmlformats.org/drawingml/2006/main" noGrp="1"/>
          </p:cNvSpPr>
          <p:nvPr/>
        </p:nvSpPr>
        <p:spPr>
          <a:xfrm xmlns:a="http://schemas.openxmlformats.org/drawingml/2006/main">
            <a:off x="8858250" y="271462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C84308"/>
                </a:solidFill>
              </a:defRPr>
            </a:pPr>
            <a:r>
              <a:rPr sz="1650" b="1">
                <a:solidFill>
                  <a:srgbClr val="C84308"/>
                </a:solidFill>
              </a:rPr>
              <a:t>START → DATA(seq) → END</a:t>
            </a:r>
          </a:p>
        </p:txBody>
      </p:sp>
      <p:sp>
        <p:nvSpPr>
          <p:cNvPr id="31" name="retry">
            <a:extLst xmlns:a="http://schemas.openxmlformats.org/drawingml/2006/main">
              <a:ext uri="{FF2B5EF4-FFF2-40B4-BE49-F238E27FC236}">
                <a16:creationId xmlns:a16="http://schemas.microsoft.com/office/drawing/2014/main" id="{6A42A8B8-F97B-4BF6-8CD4-A8D44A80D614}"/>
              </a:ext>
            </a:extLst>
          </p:cNvPr>
          <p:cNvSpPr>
            <a:spLocks xmlns:a="http://schemas.openxmlformats.org/drawingml/2006/main" noGrp="1"/>
          </p:cNvSpPr>
          <p:nvPr/>
        </p:nvSpPr>
        <p:spPr>
          <a:xfrm xmlns:a="http://schemas.openxmlformats.org/drawingml/2006/main">
            <a:off x="8858250" y="35242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6F6A65"/>
                </a:solidFill>
              </a:defRPr>
            </a:pPr>
            <a:r>
              <a:rPr sz="1500" b="1">
                <a:solidFill>
                  <a:srgbClr val="6F6A65"/>
                </a:solidFill>
              </a:rPr>
              <a:t>배치 ACK/NACK로</a:t>
            </a:r>
          </a:p>
          <a:p xmlns:a="http://schemas.openxmlformats.org/drawingml/2006/main">
            <a:pPr algn="ctr">
              <a:defRPr sz="1500" b="1">
                <a:solidFill>
                  <a:srgbClr val="6F6A65"/>
                </a:solidFill>
              </a:defRPr>
            </a:pPr>
            <a:r>
              <a:rPr sz="1500" b="1">
                <a:solidFill>
                  <a:srgbClr val="6F6A65"/>
                </a:solidFill>
              </a:rPr>
              <a:t>누락 seq만 재전송</a:t>
            </a:r>
          </a:p>
        </p:txBody>
      </p:sp>
      <p:sp>
        <p:nvSpPr>
          <p:cNvPr id="32" name="hash">
            <a:extLst xmlns:a="http://schemas.openxmlformats.org/drawingml/2006/main">
              <a:ext uri="{FF2B5EF4-FFF2-40B4-BE49-F238E27FC236}">
                <a16:creationId xmlns:a16="http://schemas.microsoft.com/office/drawing/2014/main" id="{F80D5096-ECB2-4720-A53C-A710E666112A}"/>
              </a:ext>
            </a:extLst>
          </p:cNvPr>
          <p:cNvSpPr>
            <a:spLocks xmlns:a="http://schemas.openxmlformats.org/drawingml/2006/main" noGrp="1"/>
          </p:cNvSpPr>
          <p:nvPr/>
        </p:nvSpPr>
        <p:spPr>
          <a:xfrm xmlns:a="http://schemas.openxmlformats.org/drawingml/2006/main">
            <a:off x="8858250" y="4762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파일 분할 + SHA-256</a:t>
            </a:r>
          </a:p>
        </p:txBody>
      </p:sp>
      <p:sp>
        <p:nvSpPr>
          <p:cNvPr id="33" name="status">
            <a:extLst xmlns:a="http://schemas.openxmlformats.org/drawingml/2006/main">
              <a:ext uri="{FF2B5EF4-FFF2-40B4-BE49-F238E27FC236}">
                <a16:creationId xmlns:a16="http://schemas.microsoft.com/office/drawing/2014/main" id="{76808449-1501-49C0-BDED-21FC025F96DD}"/>
              </a:ext>
            </a:extLst>
          </p:cNvPr>
          <p:cNvSpPr>
            <a:spLocks xmlns:a="http://schemas.openxmlformats.org/drawingml/2006/main" noGrp="1"/>
          </p:cNvSpPr>
          <p:nvPr/>
        </p:nvSpPr>
        <p:spPr>
          <a:xfrm xmlns:a="http://schemas.openxmlformats.org/drawingml/2006/main">
            <a:off x="914400" y="6229350"/>
            <a:ext cx="11887200" cy="619125"/>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34" name="status-t">
            <a:extLst xmlns:a="http://schemas.openxmlformats.org/drawingml/2006/main">
              <a:ext uri="{FF2B5EF4-FFF2-40B4-BE49-F238E27FC236}">
                <a16:creationId xmlns:a16="http://schemas.microsoft.com/office/drawing/2014/main" id="{C968778F-94C7-4667-9F15-7FDB1EF1ABD1}"/>
              </a:ext>
            </a:extLst>
          </p:cNvPr>
          <p:cNvSpPr>
            <a:spLocks xmlns:a="http://schemas.openxmlformats.org/drawingml/2006/main" noGrp="1"/>
          </p:cNvSpPr>
          <p:nvPr/>
        </p:nvSpPr>
        <p:spPr>
          <a:xfrm xmlns:a="http://schemas.openxmlformats.org/drawingml/2006/main">
            <a:off x="1143000" y="6229350"/>
            <a:ext cx="11430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C84308"/>
                </a:solidFill>
              </a:defRPr>
            </a:pPr>
            <a:r>
              <a:rPr sz="1425" b="1">
                <a:solidFill>
                  <a:srgbClr val="C84308"/>
                </a:solidFill>
              </a:rPr>
              <a:t>현재  |  고정 채널 OTA 성공 · FHSS 슬롯 경계에 맞춘 전송 속도 최적화 진행</a:t>
            </a:r>
          </a:p>
        </p:txBody>
      </p:sp>
    </p:spTree>
    <p:extLst>
      <p:ext uri="{BB962C8B-B14F-4D97-AF65-F5344CB8AC3E}">
        <p14:creationId xmlns:p14="http://schemas.microsoft.com/office/powerpoint/2010/main" val="10758284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eyebrow">
            <a:extLst xmlns:a="http://schemas.openxmlformats.org/drawingml/2006/main">
              <a:ext uri="{FF2B5EF4-FFF2-40B4-BE49-F238E27FC236}">
                <a16:creationId xmlns:a16="http://schemas.microsoft.com/office/drawing/2014/main" id="{BF507E9F-530F-4B8F-9DA3-D117DB777E7A}"/>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05 · COMMON PROTOCOL</a:t>
            </a:r>
          </a:p>
        </p:txBody>
      </p:sp>
      <p:sp>
        <p:nvSpPr>
          <p:cNvPr id="2" name="title">
            <a:extLst xmlns:a="http://schemas.openxmlformats.org/drawingml/2006/main">
              <a:ext uri="{FF2B5EF4-FFF2-40B4-BE49-F238E27FC236}">
                <a16:creationId xmlns:a16="http://schemas.microsoft.com/office/drawing/2014/main" id="{179DB4EA-064F-468C-A799-3A3CE37DA8CC}"/>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Gateway와 ESP32가 같은 패킷 규칙으로 대화한다</a:t>
            </a:r>
          </a:p>
        </p:txBody>
      </p:sp>
      <p:sp>
        <p:nvSpPr>
          <p:cNvPr id="3" name="footer">
            <a:extLst xmlns:a="http://schemas.openxmlformats.org/drawingml/2006/main">
              <a:ext uri="{FF2B5EF4-FFF2-40B4-BE49-F238E27FC236}">
                <a16:creationId xmlns:a16="http://schemas.microsoft.com/office/drawing/2014/main" id="{DDF99FD2-E8A7-483D-94D2-53A8D1791F34}"/>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C9CBDDF6-82C5-4616-86A0-3FFFB6098FB5}"/>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06</a:t>
            </a:r>
          </a:p>
        </p:txBody>
      </p:sp>
      <p:sp>
        <p:nvSpPr>
          <p:cNvPr id="5" name="p0">
            <a:extLst xmlns:a="http://schemas.openxmlformats.org/drawingml/2006/main">
              <a:ext uri="{FF2B5EF4-FFF2-40B4-BE49-F238E27FC236}">
                <a16:creationId xmlns:a16="http://schemas.microsoft.com/office/drawing/2014/main" id="{EF8A59F9-9F6B-436E-A8BF-F5ED159FC686}"/>
              </a:ext>
            </a:extLst>
          </p:cNvPr>
          <p:cNvSpPr>
            <a:spLocks xmlns:a="http://schemas.openxmlformats.org/drawingml/2006/main" noGrp="1"/>
          </p:cNvSpPr>
          <p:nvPr/>
        </p:nvSpPr>
        <p:spPr>
          <a:xfrm xmlns:a="http://schemas.openxmlformats.org/drawingml/2006/main">
            <a:off x="914400" y="2152650"/>
            <a:ext cx="2571750" cy="17145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6" name="ph0">
            <a:extLst xmlns:a="http://schemas.openxmlformats.org/drawingml/2006/main">
              <a:ext uri="{FF2B5EF4-FFF2-40B4-BE49-F238E27FC236}">
                <a16:creationId xmlns:a16="http://schemas.microsoft.com/office/drawing/2014/main" id="{068C6937-42CF-440C-9091-72645AB515C9}"/>
              </a:ext>
            </a:extLst>
          </p:cNvPr>
          <p:cNvSpPr>
            <a:spLocks xmlns:a="http://schemas.openxmlformats.org/drawingml/2006/main" noGrp="1"/>
          </p:cNvSpPr>
          <p:nvPr/>
        </p:nvSpPr>
        <p:spPr>
          <a:xfrm xmlns:a="http://schemas.openxmlformats.org/drawingml/2006/main">
            <a:off x="1085850" y="2362200"/>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탐색</a:t>
            </a:r>
          </a:p>
        </p:txBody>
      </p:sp>
      <p:sp>
        <p:nvSpPr>
          <p:cNvPr id="7" name="pb0">
            <a:extLst xmlns:a="http://schemas.openxmlformats.org/drawingml/2006/main">
              <a:ext uri="{FF2B5EF4-FFF2-40B4-BE49-F238E27FC236}">
                <a16:creationId xmlns:a16="http://schemas.microsoft.com/office/drawing/2014/main" id="{8D15504C-F496-46CC-B5A1-488736DE07C5}"/>
              </a:ext>
            </a:extLst>
          </p:cNvPr>
          <p:cNvSpPr>
            <a:spLocks xmlns:a="http://schemas.openxmlformats.org/drawingml/2006/main" noGrp="1"/>
          </p:cNvSpPr>
          <p:nvPr/>
        </p:nvSpPr>
        <p:spPr>
          <a:xfrm xmlns:a="http://schemas.openxmlformats.org/drawingml/2006/main">
            <a:off x="1085850" y="3048000"/>
            <a:ext cx="2228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DISCOVER_REQ</a:t>
            </a:r>
          </a:p>
          <a:p xmlns:a="http://schemas.openxmlformats.org/drawingml/2006/main">
            <a:pPr algn="l">
              <a:defRPr sz="1275" b="0">
                <a:solidFill>
                  <a:srgbClr val="6F6A65"/>
                </a:solidFill>
              </a:defRPr>
            </a:pPr>
            <a:r>
              <a:rPr sz="1275" b="0">
                <a:solidFill>
                  <a:srgbClr val="6F6A65"/>
                </a:solidFill>
              </a:rPr>
              <a:t>DISCOVER_RESP</a:t>
            </a:r>
          </a:p>
        </p:txBody>
      </p:sp>
      <p:sp>
        <p:nvSpPr>
          <p:cNvPr id="8" name="p1">
            <a:extLst xmlns:a="http://schemas.openxmlformats.org/drawingml/2006/main">
              <a:ext uri="{FF2B5EF4-FFF2-40B4-BE49-F238E27FC236}">
                <a16:creationId xmlns:a16="http://schemas.microsoft.com/office/drawing/2014/main" id="{104ADE10-4542-45A7-B399-56CE9DAAE3B1}"/>
              </a:ext>
            </a:extLst>
          </p:cNvPr>
          <p:cNvSpPr>
            <a:spLocks xmlns:a="http://schemas.openxmlformats.org/drawingml/2006/main" noGrp="1"/>
          </p:cNvSpPr>
          <p:nvPr/>
        </p:nvSpPr>
        <p:spPr>
          <a:xfrm xmlns:a="http://schemas.openxmlformats.org/drawingml/2006/main">
            <a:off x="3886200" y="2152650"/>
            <a:ext cx="2571750" cy="17145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9" name="ph1">
            <a:extLst xmlns:a="http://schemas.openxmlformats.org/drawingml/2006/main">
              <a:ext uri="{FF2B5EF4-FFF2-40B4-BE49-F238E27FC236}">
                <a16:creationId xmlns:a16="http://schemas.microsoft.com/office/drawing/2014/main" id="{7F54CCEB-4CBC-408D-852B-F9CE15A58649}"/>
              </a:ext>
            </a:extLst>
          </p:cNvPr>
          <p:cNvSpPr>
            <a:spLocks xmlns:a="http://schemas.openxmlformats.org/drawingml/2006/main" noGrp="1"/>
          </p:cNvSpPr>
          <p:nvPr/>
        </p:nvSpPr>
        <p:spPr>
          <a:xfrm xmlns:a="http://schemas.openxmlformats.org/drawingml/2006/main">
            <a:off x="4057650" y="2362200"/>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OTA</a:t>
            </a:r>
          </a:p>
        </p:txBody>
      </p:sp>
      <p:sp>
        <p:nvSpPr>
          <p:cNvPr id="10" name="pb1">
            <a:extLst xmlns:a="http://schemas.openxmlformats.org/drawingml/2006/main">
              <a:ext uri="{FF2B5EF4-FFF2-40B4-BE49-F238E27FC236}">
                <a16:creationId xmlns:a16="http://schemas.microsoft.com/office/drawing/2014/main" id="{F77339F0-25FF-4B10-A4FD-36C3AF0C9E6F}"/>
              </a:ext>
            </a:extLst>
          </p:cNvPr>
          <p:cNvSpPr>
            <a:spLocks xmlns:a="http://schemas.openxmlformats.org/drawingml/2006/main" noGrp="1"/>
          </p:cNvSpPr>
          <p:nvPr/>
        </p:nvSpPr>
        <p:spPr>
          <a:xfrm xmlns:a="http://schemas.openxmlformats.org/drawingml/2006/main">
            <a:off x="4057650" y="3048000"/>
            <a:ext cx="2228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START · DATA</a:t>
            </a:r>
          </a:p>
          <a:p xmlns:a="http://schemas.openxmlformats.org/drawingml/2006/main">
            <a:pPr algn="l">
              <a:defRPr sz="1275" b="0">
                <a:solidFill>
                  <a:srgbClr val="6F6A65"/>
                </a:solidFill>
              </a:defRPr>
            </a:pPr>
            <a:r>
              <a:rPr sz="1275" b="0">
                <a:solidFill>
                  <a:srgbClr val="6F6A65"/>
                </a:solidFill>
              </a:rPr>
              <a:t>ACK/NACK · END</a:t>
            </a:r>
          </a:p>
        </p:txBody>
      </p:sp>
      <p:sp>
        <p:nvSpPr>
          <p:cNvPr id="11" name="p2">
            <a:extLst xmlns:a="http://schemas.openxmlformats.org/drawingml/2006/main">
              <a:ext uri="{FF2B5EF4-FFF2-40B4-BE49-F238E27FC236}">
                <a16:creationId xmlns:a16="http://schemas.microsoft.com/office/drawing/2014/main" id="{6AAC9F6A-29B4-416D-A000-EDC8C428743C}"/>
              </a:ext>
            </a:extLst>
          </p:cNvPr>
          <p:cNvSpPr>
            <a:spLocks xmlns:a="http://schemas.openxmlformats.org/drawingml/2006/main" noGrp="1"/>
          </p:cNvSpPr>
          <p:nvPr/>
        </p:nvSpPr>
        <p:spPr>
          <a:xfrm xmlns:a="http://schemas.openxmlformats.org/drawingml/2006/main">
            <a:off x="6858000" y="2152650"/>
            <a:ext cx="2571750" cy="1714500"/>
          </a:xfrm>
          <a:prstGeom xmlns:a="http://schemas.openxmlformats.org/drawingml/2006/main" prst="rect">
            <a:avLst/>
          </a:prstGeom>
          <a:solidFill xmlns:a="http://schemas.openxmlformats.org/drawingml/2006/main">
            <a:srgbClr val="FBF2ED"/>
          </a:solidFill>
          <a:ln xmlns:a="http://schemas.openxmlformats.org/drawingml/2006/main" w="11430">
            <a:solidFill>
              <a:srgbClr val="C84308"/>
            </a:solidFill>
            <a:prstDash val="solid"/>
          </a:ln>
        </p:spPr>
      </p:sp>
      <p:sp>
        <p:nvSpPr>
          <p:cNvPr id="12" name="ph2">
            <a:extLst xmlns:a="http://schemas.openxmlformats.org/drawingml/2006/main">
              <a:ext uri="{FF2B5EF4-FFF2-40B4-BE49-F238E27FC236}">
                <a16:creationId xmlns:a16="http://schemas.microsoft.com/office/drawing/2014/main" id="{A6C3E2CC-A441-48F0-A4EA-D9E474CDD1DF}"/>
              </a:ext>
            </a:extLst>
          </p:cNvPr>
          <p:cNvSpPr>
            <a:spLocks xmlns:a="http://schemas.openxmlformats.org/drawingml/2006/main" noGrp="1"/>
          </p:cNvSpPr>
          <p:nvPr/>
        </p:nvSpPr>
        <p:spPr>
          <a:xfrm xmlns:a="http://schemas.openxmlformats.org/drawingml/2006/main">
            <a:off x="7029450" y="2362200"/>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C84308"/>
                </a:solidFill>
              </a:defRPr>
            </a:pPr>
            <a:r>
              <a:rPr sz="1575" b="1">
                <a:solidFill>
                  <a:srgbClr val="C84308"/>
                </a:solidFill>
              </a:rPr>
              <a:t>FHSS 제어</a:t>
            </a:r>
          </a:p>
        </p:txBody>
      </p:sp>
      <p:sp>
        <p:nvSpPr>
          <p:cNvPr id="13" name="pb2">
            <a:extLst xmlns:a="http://schemas.openxmlformats.org/drawingml/2006/main">
              <a:ext uri="{FF2B5EF4-FFF2-40B4-BE49-F238E27FC236}">
                <a16:creationId xmlns:a16="http://schemas.microsoft.com/office/drawing/2014/main" id="{2E94C425-0294-4C81-923B-6D20161F7EF0}"/>
              </a:ext>
            </a:extLst>
          </p:cNvPr>
          <p:cNvSpPr>
            <a:spLocks xmlns:a="http://schemas.openxmlformats.org/drawingml/2006/main" noGrp="1"/>
          </p:cNvSpPr>
          <p:nvPr/>
        </p:nvSpPr>
        <p:spPr>
          <a:xfrm xmlns:a="http://schemas.openxmlformats.org/drawingml/2006/main">
            <a:off x="7029450" y="3048000"/>
            <a:ext cx="2228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FHSS_CONFIG</a:t>
            </a:r>
          </a:p>
          <a:p xmlns:a="http://schemas.openxmlformats.org/drawingml/2006/main">
            <a:pPr algn="l">
              <a:defRPr sz="1275" b="0">
                <a:solidFill>
                  <a:srgbClr val="6F6A65"/>
                </a:solidFill>
              </a:defRPr>
            </a:pPr>
            <a:r>
              <a:rPr sz="1275" b="0">
                <a:solidFill>
                  <a:srgbClr val="6F6A65"/>
                </a:solidFill>
              </a:rPr>
              <a:t>FHSS_ACTIVATE</a:t>
            </a:r>
          </a:p>
        </p:txBody>
      </p:sp>
      <p:sp>
        <p:nvSpPr>
          <p:cNvPr id="14" name="p3">
            <a:extLst xmlns:a="http://schemas.openxmlformats.org/drawingml/2006/main">
              <a:ext uri="{FF2B5EF4-FFF2-40B4-BE49-F238E27FC236}">
                <a16:creationId xmlns:a16="http://schemas.microsoft.com/office/drawing/2014/main" id="{D0226935-8499-4CB1-AB99-D7BE9ECD727D}"/>
              </a:ext>
            </a:extLst>
          </p:cNvPr>
          <p:cNvSpPr>
            <a:spLocks xmlns:a="http://schemas.openxmlformats.org/drawingml/2006/main" noGrp="1"/>
          </p:cNvSpPr>
          <p:nvPr/>
        </p:nvSpPr>
        <p:spPr>
          <a:xfrm xmlns:a="http://schemas.openxmlformats.org/drawingml/2006/main">
            <a:off x="9829800" y="2152650"/>
            <a:ext cx="2571750" cy="1714500"/>
          </a:xfrm>
          <a:prstGeom xmlns:a="http://schemas.openxmlformats.org/drawingml/2006/main" prst="rect">
            <a:avLst/>
          </a:prstGeom>
          <a:solidFill xmlns:a="http://schemas.openxmlformats.org/drawingml/2006/main">
            <a:srgbClr val="FBF2ED"/>
          </a:solidFill>
          <a:ln xmlns:a="http://schemas.openxmlformats.org/drawingml/2006/main" w="11430">
            <a:solidFill>
              <a:srgbClr val="C84308"/>
            </a:solidFill>
            <a:prstDash val="solid"/>
          </a:ln>
        </p:spPr>
      </p:sp>
      <p:sp>
        <p:nvSpPr>
          <p:cNvPr id="15" name="ph3">
            <a:extLst xmlns:a="http://schemas.openxmlformats.org/drawingml/2006/main">
              <a:ext uri="{FF2B5EF4-FFF2-40B4-BE49-F238E27FC236}">
                <a16:creationId xmlns:a16="http://schemas.microsoft.com/office/drawing/2014/main" id="{88DAE2CF-5D3E-4CDA-9D2A-623BB649A204}"/>
              </a:ext>
            </a:extLst>
          </p:cNvPr>
          <p:cNvSpPr>
            <a:spLocks xmlns:a="http://schemas.openxmlformats.org/drawingml/2006/main" noGrp="1"/>
          </p:cNvSpPr>
          <p:nvPr/>
        </p:nvSpPr>
        <p:spPr>
          <a:xfrm xmlns:a="http://schemas.openxmlformats.org/drawingml/2006/main">
            <a:off x="10001250" y="2362200"/>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C84308"/>
                </a:solidFill>
              </a:defRPr>
            </a:pPr>
            <a:r>
              <a:rPr sz="1575" b="1">
                <a:solidFill>
                  <a:srgbClr val="C84308"/>
                </a:solidFill>
              </a:rPr>
              <a:t>FHSS 동기</a:t>
            </a:r>
          </a:p>
        </p:txBody>
      </p:sp>
      <p:sp>
        <p:nvSpPr>
          <p:cNvPr id="16" name="pb3">
            <a:extLst xmlns:a="http://schemas.openxmlformats.org/drawingml/2006/main">
              <a:ext uri="{FF2B5EF4-FFF2-40B4-BE49-F238E27FC236}">
                <a16:creationId xmlns:a16="http://schemas.microsoft.com/office/drawing/2014/main" id="{5AF79EF6-604F-424D-9A26-7B5AC3DCA405}"/>
              </a:ext>
            </a:extLst>
          </p:cNvPr>
          <p:cNvSpPr>
            <a:spLocks xmlns:a="http://schemas.openxmlformats.org/drawingml/2006/main" noGrp="1"/>
          </p:cNvSpPr>
          <p:nvPr/>
        </p:nvSpPr>
        <p:spPr>
          <a:xfrm xmlns:a="http://schemas.openxmlformats.org/drawingml/2006/main">
            <a:off x="10001250" y="3048000"/>
            <a:ext cx="2228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FHSS_SYNC</a:t>
            </a:r>
          </a:p>
          <a:p xmlns:a="http://schemas.openxmlformats.org/drawingml/2006/main">
            <a:pPr algn="l">
              <a:defRPr sz="1275" b="0">
                <a:solidFill>
                  <a:srgbClr val="6F6A65"/>
                </a:solidFill>
              </a:defRPr>
            </a:pPr>
            <a:r>
              <a:rPr sz="1275" b="0">
                <a:solidFill>
                  <a:srgbClr val="6F6A65"/>
                </a:solidFill>
              </a:rPr>
              <a:t>13-byte fixed format</a:t>
            </a:r>
          </a:p>
        </p:txBody>
      </p:sp>
      <p:sp>
        <p:nvSpPr>
          <p:cNvPr id="17" name="wire-h">
            <a:extLst xmlns:a="http://schemas.openxmlformats.org/drawingml/2006/main">
              <a:ext uri="{FF2B5EF4-FFF2-40B4-BE49-F238E27FC236}">
                <a16:creationId xmlns:a16="http://schemas.microsoft.com/office/drawing/2014/main" id="{D2D8BC7C-F24B-4673-A262-D09438BFB898}"/>
              </a:ext>
            </a:extLst>
          </p:cNvPr>
          <p:cNvSpPr>
            <a:spLocks xmlns:a="http://schemas.openxmlformats.org/drawingml/2006/main" noGrp="1"/>
          </p:cNvSpPr>
          <p:nvPr/>
        </p:nvSpPr>
        <p:spPr>
          <a:xfrm xmlns:a="http://schemas.openxmlformats.org/drawingml/2006/main">
            <a:off x="914400" y="44767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1412"/>
                </a:solidFill>
              </a:defRPr>
            </a:pPr>
            <a:r>
              <a:rPr sz="1875" b="1">
                <a:solidFill>
                  <a:srgbClr val="171412"/>
                </a:solidFill>
              </a:rPr>
              <a:t>두 기기가 함께 맞춰야 하는 FHSS 설정</a:t>
            </a:r>
          </a:p>
        </p:txBody>
      </p:sp>
      <p:sp>
        <p:nvSpPr>
          <p:cNvPr id="18" name="f10">
            <a:extLst xmlns:a="http://schemas.openxmlformats.org/drawingml/2006/main">
              <a:ext uri="{FF2B5EF4-FFF2-40B4-BE49-F238E27FC236}">
                <a16:creationId xmlns:a16="http://schemas.microsoft.com/office/drawing/2014/main" id="{1918B85E-56FE-4C02-8F9A-E1256D431C9D}"/>
              </a:ext>
            </a:extLst>
          </p:cNvPr>
          <p:cNvSpPr>
            <a:spLocks xmlns:a="http://schemas.openxmlformats.org/drawingml/2006/main" noGrp="1"/>
          </p:cNvSpPr>
          <p:nvPr/>
        </p:nvSpPr>
        <p:spPr>
          <a:xfrm xmlns:a="http://schemas.openxmlformats.org/drawingml/2006/main">
            <a:off x="914400" y="50292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generation</a:t>
            </a:r>
          </a:p>
        </p:txBody>
      </p:sp>
      <p:sp>
        <p:nvSpPr>
          <p:cNvPr id="19" name="f20">
            <a:extLst xmlns:a="http://schemas.openxmlformats.org/drawingml/2006/main">
              <a:ext uri="{FF2B5EF4-FFF2-40B4-BE49-F238E27FC236}">
                <a16:creationId xmlns:a16="http://schemas.microsoft.com/office/drawing/2014/main" id="{917A992A-E377-472A-9C14-16AD2B105A10}"/>
              </a:ext>
            </a:extLst>
          </p:cNvPr>
          <p:cNvSpPr>
            <a:spLocks xmlns:a="http://schemas.openxmlformats.org/drawingml/2006/main" noGrp="1"/>
          </p:cNvSpPr>
          <p:nvPr/>
        </p:nvSpPr>
        <p:spPr>
          <a:xfrm xmlns:a="http://schemas.openxmlformats.org/drawingml/2006/main">
            <a:off x="3333750" y="50292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설정 세대 번호</a:t>
            </a:r>
          </a:p>
        </p:txBody>
      </p:sp>
      <p:sp>
        <p:nvSpPr>
          <p:cNvPr id="20" name="f11">
            <a:extLst xmlns:a="http://schemas.openxmlformats.org/drawingml/2006/main">
              <a:ext uri="{FF2B5EF4-FFF2-40B4-BE49-F238E27FC236}">
                <a16:creationId xmlns:a16="http://schemas.microsoft.com/office/drawing/2014/main" id="{8BFB0F6B-F68B-44DE-9354-BCB86FC3804B}"/>
              </a:ext>
            </a:extLst>
          </p:cNvPr>
          <p:cNvSpPr>
            <a:spLocks xmlns:a="http://schemas.openxmlformats.org/drawingml/2006/main" noGrp="1"/>
          </p:cNvSpPr>
          <p:nvPr/>
        </p:nvSpPr>
        <p:spPr>
          <a:xfrm xmlns:a="http://schemas.openxmlformats.org/drawingml/2006/main">
            <a:off x="914400" y="53911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seed</a:t>
            </a:r>
          </a:p>
        </p:txBody>
      </p:sp>
      <p:sp>
        <p:nvSpPr>
          <p:cNvPr id="21" name="f21">
            <a:extLst xmlns:a="http://schemas.openxmlformats.org/drawingml/2006/main">
              <a:ext uri="{FF2B5EF4-FFF2-40B4-BE49-F238E27FC236}">
                <a16:creationId xmlns:a16="http://schemas.microsoft.com/office/drawing/2014/main" id="{7270C0C2-DCEC-4F59-9A48-BEAF8B63EFBB}"/>
              </a:ext>
            </a:extLst>
          </p:cNvPr>
          <p:cNvSpPr>
            <a:spLocks xmlns:a="http://schemas.openxmlformats.org/drawingml/2006/main" noGrp="1"/>
          </p:cNvSpPr>
          <p:nvPr/>
        </p:nvSpPr>
        <p:spPr>
          <a:xfrm xmlns:a="http://schemas.openxmlformats.org/drawingml/2006/main">
            <a:off x="3333750" y="53911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채널 순서를 만드는 값</a:t>
            </a:r>
          </a:p>
        </p:txBody>
      </p:sp>
      <p:sp>
        <p:nvSpPr>
          <p:cNvPr id="22" name="f12">
            <a:extLst xmlns:a="http://schemas.openxmlformats.org/drawingml/2006/main">
              <a:ext uri="{FF2B5EF4-FFF2-40B4-BE49-F238E27FC236}">
                <a16:creationId xmlns:a16="http://schemas.microsoft.com/office/drawing/2014/main" id="{86184F92-E1F2-4183-A9DD-C335CD8FB4CB}"/>
              </a:ext>
            </a:extLst>
          </p:cNvPr>
          <p:cNvSpPr>
            <a:spLocks xmlns:a="http://schemas.openxmlformats.org/drawingml/2006/main" noGrp="1"/>
          </p:cNvSpPr>
          <p:nvPr/>
        </p:nvSpPr>
        <p:spPr>
          <a:xfrm xmlns:a="http://schemas.openxmlformats.org/drawingml/2006/main">
            <a:off x="914400" y="57531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channel_count</a:t>
            </a:r>
          </a:p>
        </p:txBody>
      </p:sp>
      <p:sp>
        <p:nvSpPr>
          <p:cNvPr id="23" name="f22">
            <a:extLst xmlns:a="http://schemas.openxmlformats.org/drawingml/2006/main">
              <a:ext uri="{FF2B5EF4-FFF2-40B4-BE49-F238E27FC236}">
                <a16:creationId xmlns:a16="http://schemas.microsoft.com/office/drawing/2014/main" id="{2994E637-0D80-40F7-B5BA-8AF7AC183A35}"/>
              </a:ext>
            </a:extLst>
          </p:cNvPr>
          <p:cNvSpPr>
            <a:spLocks xmlns:a="http://schemas.openxmlformats.org/drawingml/2006/main" noGrp="1"/>
          </p:cNvSpPr>
          <p:nvPr/>
        </p:nvSpPr>
        <p:spPr>
          <a:xfrm xmlns:a="http://schemas.openxmlformats.org/drawingml/2006/main">
            <a:off x="3333750" y="57531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사용 채널 개수</a:t>
            </a:r>
          </a:p>
        </p:txBody>
      </p:sp>
      <p:sp>
        <p:nvSpPr>
          <p:cNvPr id="24" name="f13">
            <a:extLst xmlns:a="http://schemas.openxmlformats.org/drawingml/2006/main">
              <a:ext uri="{FF2B5EF4-FFF2-40B4-BE49-F238E27FC236}">
                <a16:creationId xmlns:a16="http://schemas.microsoft.com/office/drawing/2014/main" id="{4E732D8A-28A2-4941-8CB2-E696504AC5CE}"/>
              </a:ext>
            </a:extLst>
          </p:cNvPr>
          <p:cNvSpPr>
            <a:spLocks xmlns:a="http://schemas.openxmlformats.org/drawingml/2006/main" noGrp="1"/>
          </p:cNvSpPr>
          <p:nvPr/>
        </p:nvSpPr>
        <p:spPr>
          <a:xfrm xmlns:a="http://schemas.openxmlformats.org/drawingml/2006/main">
            <a:off x="914400" y="61150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slot_us</a:t>
            </a:r>
          </a:p>
        </p:txBody>
      </p:sp>
      <p:sp>
        <p:nvSpPr>
          <p:cNvPr id="25" name="f23">
            <a:extLst xmlns:a="http://schemas.openxmlformats.org/drawingml/2006/main">
              <a:ext uri="{FF2B5EF4-FFF2-40B4-BE49-F238E27FC236}">
                <a16:creationId xmlns:a16="http://schemas.microsoft.com/office/drawing/2014/main" id="{B88875A7-35E5-4A3A-B584-6D16487CF6BB}"/>
              </a:ext>
            </a:extLst>
          </p:cNvPr>
          <p:cNvSpPr>
            <a:spLocks xmlns:a="http://schemas.openxmlformats.org/drawingml/2006/main" noGrp="1"/>
          </p:cNvSpPr>
          <p:nvPr/>
        </p:nvSpPr>
        <p:spPr>
          <a:xfrm xmlns:a="http://schemas.openxmlformats.org/drawingml/2006/main">
            <a:off x="3333750" y="61150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채널 유지 시간</a:t>
            </a:r>
          </a:p>
        </p:txBody>
      </p:sp>
      <p:sp>
        <p:nvSpPr>
          <p:cNvPr id="26" name="f14">
            <a:extLst xmlns:a="http://schemas.openxmlformats.org/drawingml/2006/main">
              <a:ext uri="{FF2B5EF4-FFF2-40B4-BE49-F238E27FC236}">
                <a16:creationId xmlns:a16="http://schemas.microsoft.com/office/drawing/2014/main" id="{B2DBEE7B-6B50-47DC-988E-2DEB2D946078}"/>
              </a:ext>
            </a:extLst>
          </p:cNvPr>
          <p:cNvSpPr>
            <a:spLocks xmlns:a="http://schemas.openxmlformats.org/drawingml/2006/main" noGrp="1"/>
          </p:cNvSpPr>
          <p:nvPr/>
        </p:nvSpPr>
        <p:spPr>
          <a:xfrm xmlns:a="http://schemas.openxmlformats.org/drawingml/2006/main">
            <a:off x="914400" y="64770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algorithm_version</a:t>
            </a:r>
          </a:p>
        </p:txBody>
      </p:sp>
      <p:sp>
        <p:nvSpPr>
          <p:cNvPr id="27" name="f24">
            <a:extLst xmlns:a="http://schemas.openxmlformats.org/drawingml/2006/main">
              <a:ext uri="{FF2B5EF4-FFF2-40B4-BE49-F238E27FC236}">
                <a16:creationId xmlns:a16="http://schemas.microsoft.com/office/drawing/2014/main" id="{237D2743-1763-4C4F-856D-83E124BF5F0C}"/>
              </a:ext>
            </a:extLst>
          </p:cNvPr>
          <p:cNvSpPr>
            <a:spLocks xmlns:a="http://schemas.openxmlformats.org/drawingml/2006/main" noGrp="1"/>
          </p:cNvSpPr>
          <p:nvPr/>
        </p:nvSpPr>
        <p:spPr>
          <a:xfrm xmlns:a="http://schemas.openxmlformats.org/drawingml/2006/main">
            <a:off x="3333750" y="64770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셔플 규칙 버전</a:t>
            </a:r>
          </a:p>
        </p:txBody>
      </p:sp>
      <p:sp>
        <p:nvSpPr>
          <p:cNvPr id="28" name="gold">
            <a:extLst xmlns:a="http://schemas.openxmlformats.org/drawingml/2006/main">
              <a:ext uri="{FF2B5EF4-FFF2-40B4-BE49-F238E27FC236}">
                <a16:creationId xmlns:a16="http://schemas.microsoft.com/office/drawing/2014/main" id="{AEE1B8CC-437C-4BD9-A6A8-46DDF0CE0793}"/>
              </a:ext>
            </a:extLst>
          </p:cNvPr>
          <p:cNvSpPr>
            <a:spLocks xmlns:a="http://schemas.openxmlformats.org/drawingml/2006/main" noGrp="1"/>
          </p:cNvSpPr>
          <p:nvPr/>
        </p:nvSpPr>
        <p:spPr>
          <a:xfrm xmlns:a="http://schemas.openxmlformats.org/drawingml/2006/main">
            <a:off x="7239000" y="4629150"/>
            <a:ext cx="5562600" cy="180975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29" name="gold-h">
            <a:extLst xmlns:a="http://schemas.openxmlformats.org/drawingml/2006/main">
              <a:ext uri="{FF2B5EF4-FFF2-40B4-BE49-F238E27FC236}">
                <a16:creationId xmlns:a16="http://schemas.microsoft.com/office/drawing/2014/main" id="{F111B3F4-2490-43DA-B2FC-998D621A62E7}"/>
              </a:ext>
            </a:extLst>
          </p:cNvPr>
          <p:cNvSpPr>
            <a:spLocks xmlns:a="http://schemas.openxmlformats.org/drawingml/2006/main" noGrp="1"/>
          </p:cNvSpPr>
          <p:nvPr/>
        </p:nvSpPr>
        <p:spPr>
          <a:xfrm xmlns:a="http://schemas.openxmlformats.org/drawingml/2006/main">
            <a:off x="7543800" y="4857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C84308"/>
                </a:solidFill>
              </a:defRPr>
            </a:pPr>
            <a:r>
              <a:rPr sz="1725" b="1">
                <a:solidFill>
                  <a:srgbClr val="C84308"/>
                </a:solidFill>
              </a:rPr>
              <a:t>Golden test vector</a:t>
            </a:r>
          </a:p>
        </p:txBody>
      </p:sp>
      <p:sp>
        <p:nvSpPr>
          <p:cNvPr id="30" name="gold-b">
            <a:extLst xmlns:a="http://schemas.openxmlformats.org/drawingml/2006/main">
              <a:ext uri="{FF2B5EF4-FFF2-40B4-BE49-F238E27FC236}">
                <a16:creationId xmlns:a16="http://schemas.microsoft.com/office/drawing/2014/main" id="{BE321218-15BA-4507-A33C-D24ACDC84CE0}"/>
              </a:ext>
            </a:extLst>
          </p:cNvPr>
          <p:cNvSpPr>
            <a:spLocks xmlns:a="http://schemas.openxmlformats.org/drawingml/2006/main" noGrp="1"/>
          </p:cNvSpPr>
          <p:nvPr/>
        </p:nvSpPr>
        <p:spPr>
          <a:xfrm xmlns:a="http://schemas.openxmlformats.org/drawingml/2006/main">
            <a:off x="7543800" y="542925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같은 입력 → 같은 바이트열</a:t>
            </a:r>
          </a:p>
          <a:p xmlns:a="http://schemas.openxmlformats.org/drawingml/2006/main">
            <a:pPr algn="l">
              <a:defRPr sz="1350" b="1">
                <a:solidFill>
                  <a:srgbClr val="171412"/>
                </a:solidFill>
              </a:defRPr>
            </a:pPr>
            <a:r>
              <a:rPr sz="1350" b="1">
                <a:solidFill>
                  <a:srgbClr val="171412"/>
                </a:solidFill>
              </a:rPr>
              <a:t>같은 seed → 같은 채널 순서</a:t>
            </a:r>
          </a:p>
          <a:p xmlns:a="http://schemas.openxmlformats.org/drawingml/2006/main">
            <a:pPr algn="l">
              <a:defRPr sz="1350" b="1">
                <a:solidFill>
                  <a:srgbClr val="171412"/>
                </a:solidFill>
              </a:defRPr>
            </a:pPr>
            <a:r>
              <a:rPr sz="1350" b="1">
                <a:solidFill>
                  <a:srgbClr val="171412"/>
                </a:solidFill>
              </a:rPr>
              <a:t>버전 불일치 → 즉시 거부</a:t>
            </a:r>
          </a:p>
        </p:txBody>
      </p:sp>
    </p:spTree>
    <p:extLst>
      <p:ext uri="{BB962C8B-B14F-4D97-AF65-F5344CB8AC3E}">
        <p14:creationId xmlns:p14="http://schemas.microsoft.com/office/powerpoint/2010/main" val="14726633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eyebrow">
            <a:extLst xmlns:a="http://schemas.openxmlformats.org/drawingml/2006/main">
              <a:ext uri="{FF2B5EF4-FFF2-40B4-BE49-F238E27FC236}">
                <a16:creationId xmlns:a16="http://schemas.microsoft.com/office/drawing/2014/main" id="{9AFAC90A-0696-4832-BB1C-1218718A4B42}"/>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06 · FHSS</a:t>
            </a:r>
          </a:p>
        </p:txBody>
      </p:sp>
      <p:sp>
        <p:nvSpPr>
          <p:cNvPr id="2" name="title">
            <a:extLst xmlns:a="http://schemas.openxmlformats.org/drawingml/2006/main">
              <a:ext uri="{FF2B5EF4-FFF2-40B4-BE49-F238E27FC236}">
                <a16:creationId xmlns:a16="http://schemas.microsoft.com/office/drawing/2014/main" id="{B63BF8E9-2825-42D1-8826-84BC6C4CDBFF}"/>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같은 시작값과 시간표로 두 기기가 함께 채널을 바꾼다</a:t>
            </a:r>
          </a:p>
        </p:txBody>
      </p:sp>
      <p:sp>
        <p:nvSpPr>
          <p:cNvPr id="3" name="footer">
            <a:extLst xmlns:a="http://schemas.openxmlformats.org/drawingml/2006/main">
              <a:ext uri="{FF2B5EF4-FFF2-40B4-BE49-F238E27FC236}">
                <a16:creationId xmlns:a16="http://schemas.microsoft.com/office/drawing/2014/main" id="{0881D743-7E4B-419C-ACFF-86B291C8BB10}"/>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F55E0BAB-90A7-4E31-81BA-5DEC73A2645B}"/>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07</a:t>
            </a:r>
          </a:p>
        </p:txBody>
      </p:sp>
      <p:sp>
        <p:nvSpPr>
          <p:cNvPr id="5" name="sq0">
            <a:extLst xmlns:a="http://schemas.openxmlformats.org/drawingml/2006/main">
              <a:ext uri="{FF2B5EF4-FFF2-40B4-BE49-F238E27FC236}">
                <a16:creationId xmlns:a16="http://schemas.microsoft.com/office/drawing/2014/main" id="{0E28487C-80E9-4385-B7FB-F694E8C38914}"/>
              </a:ext>
            </a:extLst>
          </p:cNvPr>
          <p:cNvSpPr>
            <a:spLocks xmlns:a="http://schemas.openxmlformats.org/drawingml/2006/main" noGrp="1"/>
          </p:cNvSpPr>
          <p:nvPr/>
        </p:nvSpPr>
        <p:spPr>
          <a:xfrm xmlns:a="http://schemas.openxmlformats.org/drawingml/2006/main">
            <a:off x="914400" y="2362200"/>
            <a:ext cx="1123950" cy="904875"/>
          </a:xfrm>
          <a:prstGeom xmlns:a="http://schemas.openxmlformats.org/drawingml/2006/main" prst="rect">
            <a:avLst/>
          </a:prstGeom>
          <a:solidFill xmlns:a="http://schemas.openxmlformats.org/drawingml/2006/main">
            <a:srgbClr val="C84308"/>
          </a:solidFill>
          <a:ln xmlns:a="http://schemas.openxmlformats.org/drawingml/2006/main" w="9525">
            <a:solidFill>
              <a:srgbClr val="C84308"/>
            </a:solidFill>
            <a:prstDash val="solid"/>
          </a:ln>
        </p:spPr>
      </p:sp>
      <p:sp>
        <p:nvSpPr>
          <p:cNvPr id="6" name="sn0">
            <a:extLst xmlns:a="http://schemas.openxmlformats.org/drawingml/2006/main">
              <a:ext uri="{FF2B5EF4-FFF2-40B4-BE49-F238E27FC236}">
                <a16:creationId xmlns:a16="http://schemas.microsoft.com/office/drawing/2014/main" id="{AA70A56B-E81E-4035-A5E9-5A86F54DD289}"/>
              </a:ext>
            </a:extLst>
          </p:cNvPr>
          <p:cNvSpPr>
            <a:spLocks xmlns:a="http://schemas.openxmlformats.org/drawingml/2006/main" noGrp="1"/>
          </p:cNvSpPr>
          <p:nvPr/>
        </p:nvSpPr>
        <p:spPr>
          <a:xfrm xmlns:a="http://schemas.openxmlformats.org/drawingml/2006/main">
            <a:off x="914400"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S0</a:t>
            </a:r>
          </a:p>
        </p:txBody>
      </p:sp>
      <p:sp>
        <p:nvSpPr>
          <p:cNvPr id="7" name="sv0">
            <a:extLst xmlns:a="http://schemas.openxmlformats.org/drawingml/2006/main">
              <a:ext uri="{FF2B5EF4-FFF2-40B4-BE49-F238E27FC236}">
                <a16:creationId xmlns:a16="http://schemas.microsoft.com/office/drawing/2014/main" id="{5369F0F6-BF55-47B5-9E91-9F1B38329D1C}"/>
              </a:ext>
            </a:extLst>
          </p:cNvPr>
          <p:cNvSpPr>
            <a:spLocks xmlns:a="http://schemas.openxmlformats.org/drawingml/2006/main" noGrp="1"/>
          </p:cNvSpPr>
          <p:nvPr/>
        </p:nvSpPr>
        <p:spPr>
          <a:xfrm xmlns:a="http://schemas.openxmlformats.org/drawingml/2006/main">
            <a:off x="914400"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CH 1</a:t>
            </a:r>
          </a:p>
        </p:txBody>
      </p:sp>
      <p:sp>
        <p:nvSpPr>
          <p:cNvPr id="8" name="sa0l">
            <a:extLst xmlns:a="http://schemas.openxmlformats.org/drawingml/2006/main">
              <a:ext uri="{FF2B5EF4-FFF2-40B4-BE49-F238E27FC236}">
                <a16:creationId xmlns:a16="http://schemas.microsoft.com/office/drawing/2014/main" id="{34E67C9C-BD7A-465F-855E-8F49C5DB0E8D}"/>
              </a:ext>
            </a:extLst>
          </p:cNvPr>
          <p:cNvSpPr>
            <a:spLocks xmlns:a="http://schemas.openxmlformats.org/drawingml/2006/main" noGrp="1"/>
          </p:cNvSpPr>
          <p:nvPr/>
        </p:nvSpPr>
        <p:spPr>
          <a:xfrm xmlns:a="http://schemas.openxmlformats.org/drawingml/2006/main">
            <a:off x="2057400"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sa0h">
            <a:extLst xmlns:a="http://schemas.openxmlformats.org/drawingml/2006/main">
              <a:ext uri="{FF2B5EF4-FFF2-40B4-BE49-F238E27FC236}">
                <a16:creationId xmlns:a16="http://schemas.microsoft.com/office/drawing/2014/main" id="{4382E231-E665-401A-90CE-FDBE5DA59A29}"/>
              </a:ext>
            </a:extLst>
          </p:cNvPr>
          <p:cNvSpPr>
            <a:spLocks xmlns:a="http://schemas.openxmlformats.org/drawingml/2006/main" noGrp="1"/>
          </p:cNvSpPr>
          <p:nvPr/>
        </p:nvSpPr>
        <p:spPr>
          <a:xfrm xmlns:a="http://schemas.openxmlformats.org/drawingml/2006/main">
            <a:off x="2152650"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0" name="sq1">
            <a:extLst xmlns:a="http://schemas.openxmlformats.org/drawingml/2006/main">
              <a:ext uri="{FF2B5EF4-FFF2-40B4-BE49-F238E27FC236}">
                <a16:creationId xmlns:a16="http://schemas.microsoft.com/office/drawing/2014/main" id="{0BCA4C30-19D9-4C5E-BDE9-241FFABBED13}"/>
              </a:ext>
            </a:extLst>
          </p:cNvPr>
          <p:cNvSpPr>
            <a:spLocks xmlns:a="http://schemas.openxmlformats.org/drawingml/2006/main" noGrp="1"/>
          </p:cNvSpPr>
          <p:nvPr/>
        </p:nvSpPr>
        <p:spPr>
          <a:xfrm xmlns:a="http://schemas.openxmlformats.org/drawingml/2006/main">
            <a:off x="2352675" y="2362200"/>
            <a:ext cx="1123950" cy="904875"/>
          </a:xfrm>
          <a:prstGeom xmlns:a="http://schemas.openxmlformats.org/drawingml/2006/main" prst="rect">
            <a:avLst/>
          </a:prstGeom>
          <a:solidFill xmlns:a="http://schemas.openxmlformats.org/drawingml/2006/main">
            <a:srgbClr val="FBF2ED"/>
          </a:solidFill>
          <a:ln xmlns:a="http://schemas.openxmlformats.org/drawingml/2006/main" w="9525">
            <a:solidFill>
              <a:srgbClr val="D8D2CB"/>
            </a:solidFill>
            <a:prstDash val="solid"/>
          </a:ln>
        </p:spPr>
      </p:sp>
      <p:sp>
        <p:nvSpPr>
          <p:cNvPr id="11" name="sn1">
            <a:extLst xmlns:a="http://schemas.openxmlformats.org/drawingml/2006/main">
              <a:ext uri="{FF2B5EF4-FFF2-40B4-BE49-F238E27FC236}">
                <a16:creationId xmlns:a16="http://schemas.microsoft.com/office/drawing/2014/main" id="{BF5BC86B-8181-40CB-8363-D7A7C2E8095E}"/>
              </a:ext>
            </a:extLst>
          </p:cNvPr>
          <p:cNvSpPr>
            <a:spLocks xmlns:a="http://schemas.openxmlformats.org/drawingml/2006/main" noGrp="1"/>
          </p:cNvSpPr>
          <p:nvPr/>
        </p:nvSpPr>
        <p:spPr>
          <a:xfrm xmlns:a="http://schemas.openxmlformats.org/drawingml/2006/main">
            <a:off x="2352675"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S1</a:t>
            </a:r>
          </a:p>
        </p:txBody>
      </p:sp>
      <p:sp>
        <p:nvSpPr>
          <p:cNvPr id="12" name="sv1">
            <a:extLst xmlns:a="http://schemas.openxmlformats.org/drawingml/2006/main">
              <a:ext uri="{FF2B5EF4-FFF2-40B4-BE49-F238E27FC236}">
                <a16:creationId xmlns:a16="http://schemas.microsoft.com/office/drawing/2014/main" id="{8F17CA94-5E7C-41DE-9988-E3274F3D7C4A}"/>
              </a:ext>
            </a:extLst>
          </p:cNvPr>
          <p:cNvSpPr>
            <a:spLocks xmlns:a="http://schemas.openxmlformats.org/drawingml/2006/main" noGrp="1"/>
          </p:cNvSpPr>
          <p:nvPr/>
        </p:nvSpPr>
        <p:spPr>
          <a:xfrm xmlns:a="http://schemas.openxmlformats.org/drawingml/2006/main">
            <a:off x="2352675"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7</a:t>
            </a:r>
          </a:p>
        </p:txBody>
      </p:sp>
      <p:sp>
        <p:nvSpPr>
          <p:cNvPr id="13" name="sa1l">
            <a:extLst xmlns:a="http://schemas.openxmlformats.org/drawingml/2006/main">
              <a:ext uri="{FF2B5EF4-FFF2-40B4-BE49-F238E27FC236}">
                <a16:creationId xmlns:a16="http://schemas.microsoft.com/office/drawing/2014/main" id="{42D1C69C-5702-4455-9597-B7D4543A21A2}"/>
              </a:ext>
            </a:extLst>
          </p:cNvPr>
          <p:cNvSpPr>
            <a:spLocks xmlns:a="http://schemas.openxmlformats.org/drawingml/2006/main" noGrp="1"/>
          </p:cNvSpPr>
          <p:nvPr/>
        </p:nvSpPr>
        <p:spPr>
          <a:xfrm xmlns:a="http://schemas.openxmlformats.org/drawingml/2006/main">
            <a:off x="3495675"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4" name="sa1h">
            <a:extLst xmlns:a="http://schemas.openxmlformats.org/drawingml/2006/main">
              <a:ext uri="{FF2B5EF4-FFF2-40B4-BE49-F238E27FC236}">
                <a16:creationId xmlns:a16="http://schemas.microsoft.com/office/drawing/2014/main" id="{EBCFD87F-EFB9-4FC1-964F-E7B0A1CC0E5D}"/>
              </a:ext>
            </a:extLst>
          </p:cNvPr>
          <p:cNvSpPr>
            <a:spLocks xmlns:a="http://schemas.openxmlformats.org/drawingml/2006/main" noGrp="1"/>
          </p:cNvSpPr>
          <p:nvPr/>
        </p:nvSpPr>
        <p:spPr>
          <a:xfrm xmlns:a="http://schemas.openxmlformats.org/drawingml/2006/main">
            <a:off x="3590925"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5" name="sq2">
            <a:extLst xmlns:a="http://schemas.openxmlformats.org/drawingml/2006/main">
              <a:ext uri="{FF2B5EF4-FFF2-40B4-BE49-F238E27FC236}">
                <a16:creationId xmlns:a16="http://schemas.microsoft.com/office/drawing/2014/main" id="{92B68BB1-438C-4197-A1A0-F0EBB3A51181}"/>
              </a:ext>
            </a:extLst>
          </p:cNvPr>
          <p:cNvSpPr>
            <a:spLocks xmlns:a="http://schemas.openxmlformats.org/drawingml/2006/main" noGrp="1"/>
          </p:cNvSpPr>
          <p:nvPr/>
        </p:nvSpPr>
        <p:spPr>
          <a:xfrm xmlns:a="http://schemas.openxmlformats.org/drawingml/2006/main">
            <a:off x="3790950" y="2362200"/>
            <a:ext cx="11239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prstDash val="solid"/>
          </a:ln>
        </p:spPr>
      </p:sp>
      <p:sp>
        <p:nvSpPr>
          <p:cNvPr id="16" name="sn2">
            <a:extLst xmlns:a="http://schemas.openxmlformats.org/drawingml/2006/main">
              <a:ext uri="{FF2B5EF4-FFF2-40B4-BE49-F238E27FC236}">
                <a16:creationId xmlns:a16="http://schemas.microsoft.com/office/drawing/2014/main" id="{65BFF613-0DF5-4EC4-BF29-8D81250A9840}"/>
              </a:ext>
            </a:extLst>
          </p:cNvPr>
          <p:cNvSpPr>
            <a:spLocks xmlns:a="http://schemas.openxmlformats.org/drawingml/2006/main" noGrp="1"/>
          </p:cNvSpPr>
          <p:nvPr/>
        </p:nvSpPr>
        <p:spPr>
          <a:xfrm xmlns:a="http://schemas.openxmlformats.org/drawingml/2006/main">
            <a:off x="3790950"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S2</a:t>
            </a:r>
          </a:p>
        </p:txBody>
      </p:sp>
      <p:sp>
        <p:nvSpPr>
          <p:cNvPr id="17" name="sv2">
            <a:extLst xmlns:a="http://schemas.openxmlformats.org/drawingml/2006/main">
              <a:ext uri="{FF2B5EF4-FFF2-40B4-BE49-F238E27FC236}">
                <a16:creationId xmlns:a16="http://schemas.microsoft.com/office/drawing/2014/main" id="{E0694F02-6592-4B73-B0D6-507090E1F764}"/>
              </a:ext>
            </a:extLst>
          </p:cNvPr>
          <p:cNvSpPr>
            <a:spLocks xmlns:a="http://schemas.openxmlformats.org/drawingml/2006/main" noGrp="1"/>
          </p:cNvSpPr>
          <p:nvPr/>
        </p:nvSpPr>
        <p:spPr>
          <a:xfrm xmlns:a="http://schemas.openxmlformats.org/drawingml/2006/main">
            <a:off x="3790950"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6</a:t>
            </a:r>
          </a:p>
        </p:txBody>
      </p:sp>
      <p:sp>
        <p:nvSpPr>
          <p:cNvPr id="18" name="sa2l">
            <a:extLst xmlns:a="http://schemas.openxmlformats.org/drawingml/2006/main">
              <a:ext uri="{FF2B5EF4-FFF2-40B4-BE49-F238E27FC236}">
                <a16:creationId xmlns:a16="http://schemas.microsoft.com/office/drawing/2014/main" id="{F93472E6-2051-45FB-97D1-9685635117A7}"/>
              </a:ext>
            </a:extLst>
          </p:cNvPr>
          <p:cNvSpPr>
            <a:spLocks xmlns:a="http://schemas.openxmlformats.org/drawingml/2006/main" noGrp="1"/>
          </p:cNvSpPr>
          <p:nvPr/>
        </p:nvSpPr>
        <p:spPr>
          <a:xfrm xmlns:a="http://schemas.openxmlformats.org/drawingml/2006/main">
            <a:off x="4933950"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sa2h">
            <a:extLst xmlns:a="http://schemas.openxmlformats.org/drawingml/2006/main">
              <a:ext uri="{FF2B5EF4-FFF2-40B4-BE49-F238E27FC236}">
                <a16:creationId xmlns:a16="http://schemas.microsoft.com/office/drawing/2014/main" id="{BB146050-ABC1-4CD0-9394-D992B719058A}"/>
              </a:ext>
            </a:extLst>
          </p:cNvPr>
          <p:cNvSpPr>
            <a:spLocks xmlns:a="http://schemas.openxmlformats.org/drawingml/2006/main" noGrp="1"/>
          </p:cNvSpPr>
          <p:nvPr/>
        </p:nvSpPr>
        <p:spPr>
          <a:xfrm xmlns:a="http://schemas.openxmlformats.org/drawingml/2006/main">
            <a:off x="5029200"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sq3">
            <a:extLst xmlns:a="http://schemas.openxmlformats.org/drawingml/2006/main">
              <a:ext uri="{FF2B5EF4-FFF2-40B4-BE49-F238E27FC236}">
                <a16:creationId xmlns:a16="http://schemas.microsoft.com/office/drawing/2014/main" id="{DD3EAB43-CD51-427F-9296-C5F4EEC5943D}"/>
              </a:ext>
            </a:extLst>
          </p:cNvPr>
          <p:cNvSpPr>
            <a:spLocks xmlns:a="http://schemas.openxmlformats.org/drawingml/2006/main" noGrp="1"/>
          </p:cNvSpPr>
          <p:nvPr/>
        </p:nvSpPr>
        <p:spPr>
          <a:xfrm xmlns:a="http://schemas.openxmlformats.org/drawingml/2006/main">
            <a:off x="5229225" y="2362200"/>
            <a:ext cx="1123950" cy="904875"/>
          </a:xfrm>
          <a:prstGeom xmlns:a="http://schemas.openxmlformats.org/drawingml/2006/main" prst="rect">
            <a:avLst/>
          </a:prstGeom>
          <a:solidFill xmlns:a="http://schemas.openxmlformats.org/drawingml/2006/main">
            <a:srgbClr val="FBF2ED"/>
          </a:solidFill>
          <a:ln xmlns:a="http://schemas.openxmlformats.org/drawingml/2006/main" w="9525">
            <a:solidFill>
              <a:srgbClr val="D8D2CB"/>
            </a:solidFill>
            <a:prstDash val="solid"/>
          </a:ln>
        </p:spPr>
      </p:sp>
      <p:sp>
        <p:nvSpPr>
          <p:cNvPr id="21" name="sn3">
            <a:extLst xmlns:a="http://schemas.openxmlformats.org/drawingml/2006/main">
              <a:ext uri="{FF2B5EF4-FFF2-40B4-BE49-F238E27FC236}">
                <a16:creationId xmlns:a16="http://schemas.microsoft.com/office/drawing/2014/main" id="{4E8E7590-AF8D-4EA9-8F35-EF4CF9EF4AB3}"/>
              </a:ext>
            </a:extLst>
          </p:cNvPr>
          <p:cNvSpPr>
            <a:spLocks xmlns:a="http://schemas.openxmlformats.org/drawingml/2006/main" noGrp="1"/>
          </p:cNvSpPr>
          <p:nvPr/>
        </p:nvSpPr>
        <p:spPr>
          <a:xfrm xmlns:a="http://schemas.openxmlformats.org/drawingml/2006/main">
            <a:off x="5229225"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S3</a:t>
            </a:r>
          </a:p>
        </p:txBody>
      </p:sp>
      <p:sp>
        <p:nvSpPr>
          <p:cNvPr id="22" name="sv3">
            <a:extLst xmlns:a="http://schemas.openxmlformats.org/drawingml/2006/main">
              <a:ext uri="{FF2B5EF4-FFF2-40B4-BE49-F238E27FC236}">
                <a16:creationId xmlns:a16="http://schemas.microsoft.com/office/drawing/2014/main" id="{5268D26A-BF2A-4871-A890-D76D74468433}"/>
              </a:ext>
            </a:extLst>
          </p:cNvPr>
          <p:cNvSpPr>
            <a:spLocks xmlns:a="http://schemas.openxmlformats.org/drawingml/2006/main" noGrp="1"/>
          </p:cNvSpPr>
          <p:nvPr/>
        </p:nvSpPr>
        <p:spPr>
          <a:xfrm xmlns:a="http://schemas.openxmlformats.org/drawingml/2006/main">
            <a:off x="5229225"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5</a:t>
            </a:r>
          </a:p>
        </p:txBody>
      </p:sp>
      <p:sp>
        <p:nvSpPr>
          <p:cNvPr id="23" name="sa3l">
            <a:extLst xmlns:a="http://schemas.openxmlformats.org/drawingml/2006/main">
              <a:ext uri="{FF2B5EF4-FFF2-40B4-BE49-F238E27FC236}">
                <a16:creationId xmlns:a16="http://schemas.microsoft.com/office/drawing/2014/main" id="{C4B158A8-0238-4B8E-9B36-2B4B6B541428}"/>
              </a:ext>
            </a:extLst>
          </p:cNvPr>
          <p:cNvSpPr>
            <a:spLocks xmlns:a="http://schemas.openxmlformats.org/drawingml/2006/main" noGrp="1"/>
          </p:cNvSpPr>
          <p:nvPr/>
        </p:nvSpPr>
        <p:spPr>
          <a:xfrm xmlns:a="http://schemas.openxmlformats.org/drawingml/2006/main">
            <a:off x="6372225"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4" name="sa3h">
            <a:extLst xmlns:a="http://schemas.openxmlformats.org/drawingml/2006/main">
              <a:ext uri="{FF2B5EF4-FFF2-40B4-BE49-F238E27FC236}">
                <a16:creationId xmlns:a16="http://schemas.microsoft.com/office/drawing/2014/main" id="{39AAD504-903B-44A8-823D-D938CC5D2D6E}"/>
              </a:ext>
            </a:extLst>
          </p:cNvPr>
          <p:cNvSpPr>
            <a:spLocks xmlns:a="http://schemas.openxmlformats.org/drawingml/2006/main" noGrp="1"/>
          </p:cNvSpPr>
          <p:nvPr/>
        </p:nvSpPr>
        <p:spPr>
          <a:xfrm xmlns:a="http://schemas.openxmlformats.org/drawingml/2006/main">
            <a:off x="6467475"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5" name="sq4">
            <a:extLst xmlns:a="http://schemas.openxmlformats.org/drawingml/2006/main">
              <a:ext uri="{FF2B5EF4-FFF2-40B4-BE49-F238E27FC236}">
                <a16:creationId xmlns:a16="http://schemas.microsoft.com/office/drawing/2014/main" id="{1F8A2B13-0B0E-4C2B-ACD4-0167940CD7F1}"/>
              </a:ext>
            </a:extLst>
          </p:cNvPr>
          <p:cNvSpPr>
            <a:spLocks xmlns:a="http://schemas.openxmlformats.org/drawingml/2006/main" noGrp="1"/>
          </p:cNvSpPr>
          <p:nvPr/>
        </p:nvSpPr>
        <p:spPr>
          <a:xfrm xmlns:a="http://schemas.openxmlformats.org/drawingml/2006/main">
            <a:off x="6667500" y="2362200"/>
            <a:ext cx="11239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prstDash val="solid"/>
          </a:ln>
        </p:spPr>
      </p:sp>
      <p:sp>
        <p:nvSpPr>
          <p:cNvPr id="26" name="sn4">
            <a:extLst xmlns:a="http://schemas.openxmlformats.org/drawingml/2006/main">
              <a:ext uri="{FF2B5EF4-FFF2-40B4-BE49-F238E27FC236}">
                <a16:creationId xmlns:a16="http://schemas.microsoft.com/office/drawing/2014/main" id="{18735E44-AB2E-4F22-8837-E90FCFAC3F54}"/>
              </a:ext>
            </a:extLst>
          </p:cNvPr>
          <p:cNvSpPr>
            <a:spLocks xmlns:a="http://schemas.openxmlformats.org/drawingml/2006/main" noGrp="1"/>
          </p:cNvSpPr>
          <p:nvPr/>
        </p:nvSpPr>
        <p:spPr>
          <a:xfrm xmlns:a="http://schemas.openxmlformats.org/drawingml/2006/main">
            <a:off x="6667500"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S4</a:t>
            </a:r>
          </a:p>
        </p:txBody>
      </p:sp>
      <p:sp>
        <p:nvSpPr>
          <p:cNvPr id="27" name="sv4">
            <a:extLst xmlns:a="http://schemas.openxmlformats.org/drawingml/2006/main">
              <a:ext uri="{FF2B5EF4-FFF2-40B4-BE49-F238E27FC236}">
                <a16:creationId xmlns:a16="http://schemas.microsoft.com/office/drawing/2014/main" id="{77CEB3D5-81DF-4A6D-88CF-EEA74BCCDEEB}"/>
              </a:ext>
            </a:extLst>
          </p:cNvPr>
          <p:cNvSpPr>
            <a:spLocks xmlns:a="http://schemas.openxmlformats.org/drawingml/2006/main" noGrp="1"/>
          </p:cNvSpPr>
          <p:nvPr/>
        </p:nvSpPr>
        <p:spPr>
          <a:xfrm xmlns:a="http://schemas.openxmlformats.org/drawingml/2006/main">
            <a:off x="6667500"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3</a:t>
            </a:r>
          </a:p>
        </p:txBody>
      </p:sp>
      <p:sp>
        <p:nvSpPr>
          <p:cNvPr id="28" name="sa4l">
            <a:extLst xmlns:a="http://schemas.openxmlformats.org/drawingml/2006/main">
              <a:ext uri="{FF2B5EF4-FFF2-40B4-BE49-F238E27FC236}">
                <a16:creationId xmlns:a16="http://schemas.microsoft.com/office/drawing/2014/main" id="{C811725E-2150-4C70-A9D9-105AEF9A2E36}"/>
              </a:ext>
            </a:extLst>
          </p:cNvPr>
          <p:cNvSpPr>
            <a:spLocks xmlns:a="http://schemas.openxmlformats.org/drawingml/2006/main" noGrp="1"/>
          </p:cNvSpPr>
          <p:nvPr/>
        </p:nvSpPr>
        <p:spPr>
          <a:xfrm xmlns:a="http://schemas.openxmlformats.org/drawingml/2006/main">
            <a:off x="7810500"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9" name="sa4h">
            <a:extLst xmlns:a="http://schemas.openxmlformats.org/drawingml/2006/main">
              <a:ext uri="{FF2B5EF4-FFF2-40B4-BE49-F238E27FC236}">
                <a16:creationId xmlns:a16="http://schemas.microsoft.com/office/drawing/2014/main" id="{76182A12-F9CB-4272-9C9C-CC2965F4CA4F}"/>
              </a:ext>
            </a:extLst>
          </p:cNvPr>
          <p:cNvSpPr>
            <a:spLocks xmlns:a="http://schemas.openxmlformats.org/drawingml/2006/main" noGrp="1"/>
          </p:cNvSpPr>
          <p:nvPr/>
        </p:nvSpPr>
        <p:spPr>
          <a:xfrm xmlns:a="http://schemas.openxmlformats.org/drawingml/2006/main">
            <a:off x="7905750"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30" name="sq5">
            <a:extLst xmlns:a="http://schemas.openxmlformats.org/drawingml/2006/main">
              <a:ext uri="{FF2B5EF4-FFF2-40B4-BE49-F238E27FC236}">
                <a16:creationId xmlns:a16="http://schemas.microsoft.com/office/drawing/2014/main" id="{FCDC938D-A96C-43EF-9F81-3002DCFC6A14}"/>
              </a:ext>
            </a:extLst>
          </p:cNvPr>
          <p:cNvSpPr>
            <a:spLocks xmlns:a="http://schemas.openxmlformats.org/drawingml/2006/main" noGrp="1"/>
          </p:cNvSpPr>
          <p:nvPr/>
        </p:nvSpPr>
        <p:spPr>
          <a:xfrm xmlns:a="http://schemas.openxmlformats.org/drawingml/2006/main">
            <a:off x="8105775" y="2362200"/>
            <a:ext cx="1123950" cy="904875"/>
          </a:xfrm>
          <a:prstGeom xmlns:a="http://schemas.openxmlformats.org/drawingml/2006/main" prst="rect">
            <a:avLst/>
          </a:prstGeom>
          <a:solidFill xmlns:a="http://schemas.openxmlformats.org/drawingml/2006/main">
            <a:srgbClr val="FBF2ED"/>
          </a:solidFill>
          <a:ln xmlns:a="http://schemas.openxmlformats.org/drawingml/2006/main" w="9525">
            <a:solidFill>
              <a:srgbClr val="D8D2CB"/>
            </a:solidFill>
            <a:prstDash val="solid"/>
          </a:ln>
        </p:spPr>
      </p:sp>
      <p:sp>
        <p:nvSpPr>
          <p:cNvPr id="31" name="sn5">
            <a:extLst xmlns:a="http://schemas.openxmlformats.org/drawingml/2006/main">
              <a:ext uri="{FF2B5EF4-FFF2-40B4-BE49-F238E27FC236}">
                <a16:creationId xmlns:a16="http://schemas.microsoft.com/office/drawing/2014/main" id="{CEE68349-A1E5-4EBA-A8CD-1C2D1EB9D1F7}"/>
              </a:ext>
            </a:extLst>
          </p:cNvPr>
          <p:cNvSpPr>
            <a:spLocks xmlns:a="http://schemas.openxmlformats.org/drawingml/2006/main" noGrp="1"/>
          </p:cNvSpPr>
          <p:nvPr/>
        </p:nvSpPr>
        <p:spPr>
          <a:xfrm xmlns:a="http://schemas.openxmlformats.org/drawingml/2006/main">
            <a:off x="8105775"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S5</a:t>
            </a:r>
          </a:p>
        </p:txBody>
      </p:sp>
      <p:sp>
        <p:nvSpPr>
          <p:cNvPr id="32" name="sv5">
            <a:extLst xmlns:a="http://schemas.openxmlformats.org/drawingml/2006/main">
              <a:ext uri="{FF2B5EF4-FFF2-40B4-BE49-F238E27FC236}">
                <a16:creationId xmlns:a16="http://schemas.microsoft.com/office/drawing/2014/main" id="{A1CE83D1-EF40-45A6-B9E4-1986B9BA4497}"/>
              </a:ext>
            </a:extLst>
          </p:cNvPr>
          <p:cNvSpPr>
            <a:spLocks xmlns:a="http://schemas.openxmlformats.org/drawingml/2006/main" noGrp="1"/>
          </p:cNvSpPr>
          <p:nvPr/>
        </p:nvSpPr>
        <p:spPr>
          <a:xfrm xmlns:a="http://schemas.openxmlformats.org/drawingml/2006/main">
            <a:off x="8105775"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2</a:t>
            </a:r>
          </a:p>
        </p:txBody>
      </p:sp>
      <p:sp>
        <p:nvSpPr>
          <p:cNvPr id="33" name="sa5l">
            <a:extLst xmlns:a="http://schemas.openxmlformats.org/drawingml/2006/main">
              <a:ext uri="{FF2B5EF4-FFF2-40B4-BE49-F238E27FC236}">
                <a16:creationId xmlns:a16="http://schemas.microsoft.com/office/drawing/2014/main" id="{2D41098F-A75D-4AA5-ADA0-59FD2FBFD4B9}"/>
              </a:ext>
            </a:extLst>
          </p:cNvPr>
          <p:cNvSpPr>
            <a:spLocks xmlns:a="http://schemas.openxmlformats.org/drawingml/2006/main" noGrp="1"/>
          </p:cNvSpPr>
          <p:nvPr/>
        </p:nvSpPr>
        <p:spPr>
          <a:xfrm xmlns:a="http://schemas.openxmlformats.org/drawingml/2006/main">
            <a:off x="9248775"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4" name="sa5h">
            <a:extLst xmlns:a="http://schemas.openxmlformats.org/drawingml/2006/main">
              <a:ext uri="{FF2B5EF4-FFF2-40B4-BE49-F238E27FC236}">
                <a16:creationId xmlns:a16="http://schemas.microsoft.com/office/drawing/2014/main" id="{26BD7986-DE88-401D-AAD8-BEB8CF036E8D}"/>
              </a:ext>
            </a:extLst>
          </p:cNvPr>
          <p:cNvSpPr>
            <a:spLocks xmlns:a="http://schemas.openxmlformats.org/drawingml/2006/main" noGrp="1"/>
          </p:cNvSpPr>
          <p:nvPr/>
        </p:nvSpPr>
        <p:spPr>
          <a:xfrm xmlns:a="http://schemas.openxmlformats.org/drawingml/2006/main">
            <a:off x="9344025"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35" name="sq6">
            <a:extLst xmlns:a="http://schemas.openxmlformats.org/drawingml/2006/main">
              <a:ext uri="{FF2B5EF4-FFF2-40B4-BE49-F238E27FC236}">
                <a16:creationId xmlns:a16="http://schemas.microsoft.com/office/drawing/2014/main" id="{D783EF48-AAE8-4A01-BD7D-7F8A346C7785}"/>
              </a:ext>
            </a:extLst>
          </p:cNvPr>
          <p:cNvSpPr>
            <a:spLocks xmlns:a="http://schemas.openxmlformats.org/drawingml/2006/main" noGrp="1"/>
          </p:cNvSpPr>
          <p:nvPr/>
        </p:nvSpPr>
        <p:spPr>
          <a:xfrm xmlns:a="http://schemas.openxmlformats.org/drawingml/2006/main">
            <a:off x="9544050" y="2362200"/>
            <a:ext cx="11239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prstDash val="solid"/>
          </a:ln>
        </p:spPr>
      </p:sp>
      <p:sp>
        <p:nvSpPr>
          <p:cNvPr id="36" name="sn6">
            <a:extLst xmlns:a="http://schemas.openxmlformats.org/drawingml/2006/main">
              <a:ext uri="{FF2B5EF4-FFF2-40B4-BE49-F238E27FC236}">
                <a16:creationId xmlns:a16="http://schemas.microsoft.com/office/drawing/2014/main" id="{86FF2EAA-EB1C-4B3F-8EB3-83914736E072}"/>
              </a:ext>
            </a:extLst>
          </p:cNvPr>
          <p:cNvSpPr>
            <a:spLocks xmlns:a="http://schemas.openxmlformats.org/drawingml/2006/main" noGrp="1"/>
          </p:cNvSpPr>
          <p:nvPr/>
        </p:nvSpPr>
        <p:spPr>
          <a:xfrm xmlns:a="http://schemas.openxmlformats.org/drawingml/2006/main">
            <a:off x="9544050"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S6</a:t>
            </a:r>
          </a:p>
        </p:txBody>
      </p:sp>
      <p:sp>
        <p:nvSpPr>
          <p:cNvPr id="37" name="sv6">
            <a:extLst xmlns:a="http://schemas.openxmlformats.org/drawingml/2006/main">
              <a:ext uri="{FF2B5EF4-FFF2-40B4-BE49-F238E27FC236}">
                <a16:creationId xmlns:a16="http://schemas.microsoft.com/office/drawing/2014/main" id="{C07EC7A8-2F81-43C4-9AE2-22DB02A38CA9}"/>
              </a:ext>
            </a:extLst>
          </p:cNvPr>
          <p:cNvSpPr>
            <a:spLocks xmlns:a="http://schemas.openxmlformats.org/drawingml/2006/main" noGrp="1"/>
          </p:cNvSpPr>
          <p:nvPr/>
        </p:nvSpPr>
        <p:spPr>
          <a:xfrm xmlns:a="http://schemas.openxmlformats.org/drawingml/2006/main">
            <a:off x="9544050"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8</a:t>
            </a:r>
          </a:p>
        </p:txBody>
      </p:sp>
      <p:sp>
        <p:nvSpPr>
          <p:cNvPr id="38" name="sa6l">
            <a:extLst xmlns:a="http://schemas.openxmlformats.org/drawingml/2006/main">
              <a:ext uri="{FF2B5EF4-FFF2-40B4-BE49-F238E27FC236}">
                <a16:creationId xmlns:a16="http://schemas.microsoft.com/office/drawing/2014/main" id="{95091248-62E9-40E3-9CB9-FB4B1EB4E55C}"/>
              </a:ext>
            </a:extLst>
          </p:cNvPr>
          <p:cNvSpPr>
            <a:spLocks xmlns:a="http://schemas.openxmlformats.org/drawingml/2006/main" noGrp="1"/>
          </p:cNvSpPr>
          <p:nvPr/>
        </p:nvSpPr>
        <p:spPr>
          <a:xfrm xmlns:a="http://schemas.openxmlformats.org/drawingml/2006/main">
            <a:off x="10687050"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9" name="sa6h">
            <a:extLst xmlns:a="http://schemas.openxmlformats.org/drawingml/2006/main">
              <a:ext uri="{FF2B5EF4-FFF2-40B4-BE49-F238E27FC236}">
                <a16:creationId xmlns:a16="http://schemas.microsoft.com/office/drawing/2014/main" id="{09E576F9-3BC7-46B9-B2DA-D65C4FB181D1}"/>
              </a:ext>
            </a:extLst>
          </p:cNvPr>
          <p:cNvSpPr>
            <a:spLocks xmlns:a="http://schemas.openxmlformats.org/drawingml/2006/main" noGrp="1"/>
          </p:cNvSpPr>
          <p:nvPr/>
        </p:nvSpPr>
        <p:spPr>
          <a:xfrm xmlns:a="http://schemas.openxmlformats.org/drawingml/2006/main">
            <a:off x="10782300"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40" name="sq7">
            <a:extLst xmlns:a="http://schemas.openxmlformats.org/drawingml/2006/main">
              <a:ext uri="{FF2B5EF4-FFF2-40B4-BE49-F238E27FC236}">
                <a16:creationId xmlns:a16="http://schemas.microsoft.com/office/drawing/2014/main" id="{E18E93A0-3FF8-4456-B7BA-D60AEA99FB1F}"/>
              </a:ext>
            </a:extLst>
          </p:cNvPr>
          <p:cNvSpPr>
            <a:spLocks xmlns:a="http://schemas.openxmlformats.org/drawingml/2006/main" noGrp="1"/>
          </p:cNvSpPr>
          <p:nvPr/>
        </p:nvSpPr>
        <p:spPr>
          <a:xfrm xmlns:a="http://schemas.openxmlformats.org/drawingml/2006/main">
            <a:off x="10982325" y="2362200"/>
            <a:ext cx="1123950" cy="904875"/>
          </a:xfrm>
          <a:prstGeom xmlns:a="http://schemas.openxmlformats.org/drawingml/2006/main" prst="rect">
            <a:avLst/>
          </a:prstGeom>
          <a:solidFill xmlns:a="http://schemas.openxmlformats.org/drawingml/2006/main">
            <a:srgbClr val="FBF2ED"/>
          </a:solidFill>
          <a:ln xmlns:a="http://schemas.openxmlformats.org/drawingml/2006/main" w="9525">
            <a:solidFill>
              <a:srgbClr val="D8D2CB"/>
            </a:solidFill>
            <a:prstDash val="solid"/>
          </a:ln>
        </p:spPr>
      </p:sp>
      <p:sp>
        <p:nvSpPr>
          <p:cNvPr id="41" name="sn7">
            <a:extLst xmlns:a="http://schemas.openxmlformats.org/drawingml/2006/main">
              <a:ext uri="{FF2B5EF4-FFF2-40B4-BE49-F238E27FC236}">
                <a16:creationId xmlns:a16="http://schemas.microsoft.com/office/drawing/2014/main" id="{30CC4724-8C2E-4028-80CC-25AC86DCD45A}"/>
              </a:ext>
            </a:extLst>
          </p:cNvPr>
          <p:cNvSpPr>
            <a:spLocks xmlns:a="http://schemas.openxmlformats.org/drawingml/2006/main" noGrp="1"/>
          </p:cNvSpPr>
          <p:nvPr/>
        </p:nvSpPr>
        <p:spPr>
          <a:xfrm xmlns:a="http://schemas.openxmlformats.org/drawingml/2006/main">
            <a:off x="10982325"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S7</a:t>
            </a:r>
          </a:p>
        </p:txBody>
      </p:sp>
      <p:sp>
        <p:nvSpPr>
          <p:cNvPr id="42" name="sv7">
            <a:extLst xmlns:a="http://schemas.openxmlformats.org/drawingml/2006/main">
              <a:ext uri="{FF2B5EF4-FFF2-40B4-BE49-F238E27FC236}">
                <a16:creationId xmlns:a16="http://schemas.microsoft.com/office/drawing/2014/main" id="{CADB7625-6419-4FF1-9042-3E45F6EC9A0C}"/>
              </a:ext>
            </a:extLst>
          </p:cNvPr>
          <p:cNvSpPr>
            <a:spLocks xmlns:a="http://schemas.openxmlformats.org/drawingml/2006/main" noGrp="1"/>
          </p:cNvSpPr>
          <p:nvPr/>
        </p:nvSpPr>
        <p:spPr>
          <a:xfrm xmlns:a="http://schemas.openxmlformats.org/drawingml/2006/main">
            <a:off x="10982325"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4</a:t>
            </a:r>
          </a:p>
        </p:txBody>
      </p:sp>
      <p:sp>
        <p:nvSpPr>
          <p:cNvPr id="43" name="eq">
            <a:extLst xmlns:a="http://schemas.openxmlformats.org/drawingml/2006/main">
              <a:ext uri="{FF2B5EF4-FFF2-40B4-BE49-F238E27FC236}">
                <a16:creationId xmlns:a16="http://schemas.microsoft.com/office/drawing/2014/main" id="{3B2492C1-686F-493B-8F70-9BEDEC9D2D34}"/>
              </a:ext>
            </a:extLst>
          </p:cNvPr>
          <p:cNvSpPr>
            <a:spLocks xmlns:a="http://schemas.openxmlformats.org/drawingml/2006/main" noGrp="1"/>
          </p:cNvSpPr>
          <p:nvPr/>
        </p:nvSpPr>
        <p:spPr>
          <a:xfrm xmlns:a="http://schemas.openxmlformats.org/drawingml/2006/main">
            <a:off x="914400" y="3924300"/>
            <a:ext cx="11887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171412"/>
                </a:solidFill>
              </a:defRPr>
            </a:pPr>
            <a:r>
              <a:rPr sz="2025" b="1">
                <a:solidFill>
                  <a:srgbClr val="171412"/>
                </a:solidFill>
              </a:rPr>
              <a:t>hop_sequence = permutation(channel 1..N, xorshift32(seed))</a:t>
            </a:r>
          </a:p>
        </p:txBody>
      </p:sp>
      <p:sp>
        <p:nvSpPr>
          <p:cNvPr id="44" name="vh0">
            <a:extLst xmlns:a="http://schemas.openxmlformats.org/drawingml/2006/main">
              <a:ext uri="{FF2B5EF4-FFF2-40B4-BE49-F238E27FC236}">
                <a16:creationId xmlns:a16="http://schemas.microsoft.com/office/drawing/2014/main" id="{9392F19F-9C04-4EBB-AA52-9B9C9E6DC43E}"/>
              </a:ext>
            </a:extLst>
          </p:cNvPr>
          <p:cNvSpPr>
            <a:spLocks xmlns:a="http://schemas.openxmlformats.org/drawingml/2006/main" noGrp="1"/>
          </p:cNvSpPr>
          <p:nvPr/>
        </p:nvSpPr>
        <p:spPr>
          <a:xfrm xmlns:a="http://schemas.openxmlformats.org/drawingml/2006/main">
            <a:off x="914400" y="495300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C84308"/>
                </a:solidFill>
              </a:defRPr>
            </a:pPr>
            <a:r>
              <a:rPr sz="2550" b="1">
                <a:solidFill>
                  <a:srgbClr val="C84308"/>
                </a:solidFill>
              </a:rPr>
              <a:t>300 ms</a:t>
            </a:r>
          </a:p>
        </p:txBody>
      </p:sp>
      <p:sp>
        <p:nvSpPr>
          <p:cNvPr id="45" name="vb0">
            <a:extLst xmlns:a="http://schemas.openxmlformats.org/drawingml/2006/main">
              <a:ext uri="{FF2B5EF4-FFF2-40B4-BE49-F238E27FC236}">
                <a16:creationId xmlns:a16="http://schemas.microsoft.com/office/drawing/2014/main" id="{3FC4C4E9-33F2-450B-92E1-1162EE3C4D94}"/>
              </a:ext>
            </a:extLst>
          </p:cNvPr>
          <p:cNvSpPr>
            <a:spLocks xmlns:a="http://schemas.openxmlformats.org/drawingml/2006/main" noGrp="1"/>
          </p:cNvSpPr>
          <p:nvPr/>
        </p:nvSpPr>
        <p:spPr>
          <a:xfrm xmlns:a="http://schemas.openxmlformats.org/drawingml/2006/main">
            <a:off x="914400" y="5543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F6A65"/>
                </a:solidFill>
              </a:defRPr>
            </a:pPr>
            <a:r>
              <a:rPr sz="1350" b="0">
                <a:solidFill>
                  <a:srgbClr val="6F6A65"/>
                </a:solidFill>
              </a:rPr>
              <a:t>한 채널에 머무는 시간</a:t>
            </a:r>
          </a:p>
        </p:txBody>
      </p:sp>
      <p:sp>
        <p:nvSpPr>
          <p:cNvPr id="46" name="vh1">
            <a:extLst xmlns:a="http://schemas.openxmlformats.org/drawingml/2006/main">
              <a:ext uri="{FF2B5EF4-FFF2-40B4-BE49-F238E27FC236}">
                <a16:creationId xmlns:a16="http://schemas.microsoft.com/office/drawing/2014/main" id="{65388BC1-AFA2-4AC4-AAFA-BE9B37531F81}"/>
              </a:ext>
            </a:extLst>
          </p:cNvPr>
          <p:cNvSpPr>
            <a:spLocks xmlns:a="http://schemas.openxmlformats.org/drawingml/2006/main" noGrp="1"/>
          </p:cNvSpPr>
          <p:nvPr/>
        </p:nvSpPr>
        <p:spPr>
          <a:xfrm xmlns:a="http://schemas.openxmlformats.org/drawingml/2006/main">
            <a:off x="4876800" y="495300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C84308"/>
                </a:solidFill>
              </a:defRPr>
            </a:pPr>
            <a:r>
              <a:rPr sz="2550" b="1">
                <a:solidFill>
                  <a:srgbClr val="C84308"/>
                </a:solidFill>
              </a:rPr>
              <a:t>5 ms</a:t>
            </a:r>
          </a:p>
        </p:txBody>
      </p:sp>
      <p:sp>
        <p:nvSpPr>
          <p:cNvPr id="47" name="vb1">
            <a:extLst xmlns:a="http://schemas.openxmlformats.org/drawingml/2006/main">
              <a:ext uri="{FF2B5EF4-FFF2-40B4-BE49-F238E27FC236}">
                <a16:creationId xmlns:a16="http://schemas.microsoft.com/office/drawing/2014/main" id="{0815E09B-D70A-43A5-9AC9-E2C92CA0E4C7}"/>
              </a:ext>
            </a:extLst>
          </p:cNvPr>
          <p:cNvSpPr>
            <a:spLocks xmlns:a="http://schemas.openxmlformats.org/drawingml/2006/main" noGrp="1"/>
          </p:cNvSpPr>
          <p:nvPr/>
        </p:nvSpPr>
        <p:spPr>
          <a:xfrm xmlns:a="http://schemas.openxmlformats.org/drawingml/2006/main">
            <a:off x="4876800" y="5543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F6A65"/>
                </a:solidFill>
              </a:defRPr>
            </a:pPr>
            <a:r>
              <a:rPr sz="1350" b="0">
                <a:solidFill>
                  <a:srgbClr val="6F6A65"/>
                </a:solidFill>
              </a:rPr>
              <a:t>채널을 바꾸는 여유 시간</a:t>
            </a:r>
          </a:p>
        </p:txBody>
      </p:sp>
      <p:sp>
        <p:nvSpPr>
          <p:cNvPr id="48" name="vh2">
            <a:extLst xmlns:a="http://schemas.openxmlformats.org/drawingml/2006/main">
              <a:ext uri="{FF2B5EF4-FFF2-40B4-BE49-F238E27FC236}">
                <a16:creationId xmlns:a16="http://schemas.microsoft.com/office/drawing/2014/main" id="{8CDE6807-B32E-449B-9E97-05BD3164951C}"/>
              </a:ext>
            </a:extLst>
          </p:cNvPr>
          <p:cNvSpPr>
            <a:spLocks xmlns:a="http://schemas.openxmlformats.org/drawingml/2006/main" noGrp="1"/>
          </p:cNvSpPr>
          <p:nvPr/>
        </p:nvSpPr>
        <p:spPr>
          <a:xfrm xmlns:a="http://schemas.openxmlformats.org/drawingml/2006/main">
            <a:off x="8839200" y="495300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C84308"/>
                </a:solidFill>
              </a:defRPr>
            </a:pPr>
            <a:r>
              <a:rPr sz="2550" b="1">
                <a:solidFill>
                  <a:srgbClr val="C84308"/>
                </a:solidFill>
              </a:rPr>
              <a:t>CH 1</a:t>
            </a:r>
          </a:p>
        </p:txBody>
      </p:sp>
      <p:sp>
        <p:nvSpPr>
          <p:cNvPr id="49" name="vb2">
            <a:extLst xmlns:a="http://schemas.openxmlformats.org/drawingml/2006/main">
              <a:ext uri="{FF2B5EF4-FFF2-40B4-BE49-F238E27FC236}">
                <a16:creationId xmlns:a16="http://schemas.microsoft.com/office/drawing/2014/main" id="{B0983D5A-D209-4D2B-9C74-3D5EA84E4E15}"/>
              </a:ext>
            </a:extLst>
          </p:cNvPr>
          <p:cNvSpPr>
            <a:spLocks xmlns:a="http://schemas.openxmlformats.org/drawingml/2006/main" noGrp="1"/>
          </p:cNvSpPr>
          <p:nvPr/>
        </p:nvSpPr>
        <p:spPr>
          <a:xfrm xmlns:a="http://schemas.openxmlformats.org/drawingml/2006/main">
            <a:off x="8839200" y="5543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F6A65"/>
                </a:solidFill>
              </a:defRPr>
            </a:pPr>
            <a:r>
              <a:rPr sz="1350" b="0">
                <a:solidFill>
                  <a:srgbClr val="6F6A65"/>
                </a:solidFill>
              </a:rPr>
              <a:t>처음 만나거나 연결을 잃었을 때 돌아오는 채널</a:t>
            </a:r>
          </a:p>
        </p:txBody>
      </p:sp>
      <p:sp>
        <p:nvSpPr>
          <p:cNvPr id="50" name="warn">
            <a:extLst xmlns:a="http://schemas.openxmlformats.org/drawingml/2006/main">
              <a:ext uri="{FF2B5EF4-FFF2-40B4-BE49-F238E27FC236}">
                <a16:creationId xmlns:a16="http://schemas.microsoft.com/office/drawing/2014/main" id="{E629720E-3498-4567-92CC-688F9EA04D48}"/>
              </a:ext>
            </a:extLst>
          </p:cNvPr>
          <p:cNvSpPr>
            <a:spLocks xmlns:a="http://schemas.openxmlformats.org/drawingml/2006/main" noGrp="1"/>
          </p:cNvSpPr>
          <p:nvPr/>
        </p:nvSpPr>
        <p:spPr>
          <a:xfrm xmlns:a="http://schemas.openxmlformats.org/drawingml/2006/main">
            <a:off x="914400" y="6419850"/>
            <a:ext cx="11887200" cy="47625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51" name="warn-t">
            <a:extLst xmlns:a="http://schemas.openxmlformats.org/drawingml/2006/main">
              <a:ext uri="{FF2B5EF4-FFF2-40B4-BE49-F238E27FC236}">
                <a16:creationId xmlns:a16="http://schemas.microsoft.com/office/drawing/2014/main" id="{F27B5CA0-A440-49AB-9F4B-2FE544105999}"/>
              </a:ext>
            </a:extLst>
          </p:cNvPr>
          <p:cNvSpPr>
            <a:spLocks xmlns:a="http://schemas.openxmlformats.org/drawingml/2006/main" noGrp="1"/>
          </p:cNvSpPr>
          <p:nvPr/>
        </p:nvSpPr>
        <p:spPr>
          <a:xfrm xmlns:a="http://schemas.openxmlformats.org/drawingml/2006/main">
            <a:off x="1143000" y="6419850"/>
            <a:ext cx="1143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C84308"/>
                </a:solidFill>
              </a:defRPr>
            </a:pPr>
            <a:r>
              <a:rPr sz="1350" b="1">
                <a:solidFill>
                  <a:srgbClr val="C84308"/>
                </a:solidFill>
              </a:rPr>
              <a:t>xorshift32는 암호화가 아니라, 양쪽의 결정적 채널 순서를 맞추기 위한 알고리즘</a:t>
            </a:r>
          </a:p>
        </p:txBody>
      </p:sp>
    </p:spTree>
    <p:extLst>
      <p:ext uri="{BB962C8B-B14F-4D97-AF65-F5344CB8AC3E}">
        <p14:creationId xmlns:p14="http://schemas.microsoft.com/office/powerpoint/2010/main" val="19993133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eyebrow">
            <a:extLst xmlns:a="http://schemas.openxmlformats.org/drawingml/2006/main">
              <a:ext uri="{FF2B5EF4-FFF2-40B4-BE49-F238E27FC236}">
                <a16:creationId xmlns:a16="http://schemas.microsoft.com/office/drawing/2014/main" id="{5E3B46B0-6111-4FF2-BABF-228FF64B976C}"/>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07 · SYNCHRONIZATION</a:t>
            </a:r>
          </a:p>
        </p:txBody>
      </p:sp>
      <p:sp>
        <p:nvSpPr>
          <p:cNvPr id="2" name="title">
            <a:extLst xmlns:a="http://schemas.openxmlformats.org/drawingml/2006/main">
              <a:ext uri="{FF2B5EF4-FFF2-40B4-BE49-F238E27FC236}">
                <a16:creationId xmlns:a16="http://schemas.microsoft.com/office/drawing/2014/main" id="{5FB75232-1E8E-41D5-8DAD-3A91AC4BE31E}"/>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기준 신호로 시간을 맞추고, 놓쳐도 다시 만난다</a:t>
            </a:r>
          </a:p>
        </p:txBody>
      </p:sp>
      <p:sp>
        <p:nvSpPr>
          <p:cNvPr id="3" name="footer">
            <a:extLst xmlns:a="http://schemas.openxmlformats.org/drawingml/2006/main">
              <a:ext uri="{FF2B5EF4-FFF2-40B4-BE49-F238E27FC236}">
                <a16:creationId xmlns:a16="http://schemas.microsoft.com/office/drawing/2014/main" id="{6D2301B5-F4F6-42FE-B68A-E2001DD12149}"/>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33A93672-ABD9-4C2C-A732-27AF731EC551}"/>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08</a:t>
            </a:r>
          </a:p>
        </p:txBody>
      </p:sp>
      <p:sp>
        <p:nvSpPr>
          <p:cNvPr id="5" name="st0">
            <a:extLst xmlns:a="http://schemas.openxmlformats.org/drawingml/2006/main">
              <a:ext uri="{FF2B5EF4-FFF2-40B4-BE49-F238E27FC236}">
                <a16:creationId xmlns:a16="http://schemas.microsoft.com/office/drawing/2014/main" id="{4EB4603A-F785-4CB8-AE3D-A52F5150C141}"/>
              </a:ext>
            </a:extLst>
          </p:cNvPr>
          <p:cNvSpPr>
            <a:spLocks xmlns:a="http://schemas.openxmlformats.org/drawingml/2006/main" noGrp="1"/>
          </p:cNvSpPr>
          <p:nvPr/>
        </p:nvSpPr>
        <p:spPr>
          <a:xfrm xmlns:a="http://schemas.openxmlformats.org/drawingml/2006/main">
            <a:off x="723900" y="2238375"/>
            <a:ext cx="2095500" cy="176212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6" name="sth0">
            <a:extLst xmlns:a="http://schemas.openxmlformats.org/drawingml/2006/main">
              <a:ext uri="{FF2B5EF4-FFF2-40B4-BE49-F238E27FC236}">
                <a16:creationId xmlns:a16="http://schemas.microsoft.com/office/drawing/2014/main" id="{E284C822-FF0A-45FC-A2EE-142E946616F3}"/>
              </a:ext>
            </a:extLst>
          </p:cNvPr>
          <p:cNvSpPr>
            <a:spLocks xmlns:a="http://schemas.openxmlformats.org/drawingml/2006/main" noGrp="1"/>
          </p:cNvSpPr>
          <p:nvPr/>
        </p:nvSpPr>
        <p:spPr>
          <a:xfrm xmlns:a="http://schemas.openxmlformats.org/drawingml/2006/main">
            <a:off x="866775" y="2428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1412"/>
                </a:solidFill>
              </a:defRPr>
            </a:pPr>
            <a:r>
              <a:rPr sz="1350" b="1">
                <a:solidFill>
                  <a:srgbClr val="171412"/>
                </a:solidFill>
              </a:rPr>
              <a:t>CONFIG</a:t>
            </a:r>
          </a:p>
        </p:txBody>
      </p:sp>
      <p:sp>
        <p:nvSpPr>
          <p:cNvPr id="7" name="stb0">
            <a:extLst xmlns:a="http://schemas.openxmlformats.org/drawingml/2006/main">
              <a:ext uri="{FF2B5EF4-FFF2-40B4-BE49-F238E27FC236}">
                <a16:creationId xmlns:a16="http://schemas.microsoft.com/office/drawing/2014/main" id="{D4CD83BF-D0A8-4234-AD1D-EC70DAAE7CF1}"/>
              </a:ext>
            </a:extLst>
          </p:cNvPr>
          <p:cNvSpPr>
            <a:spLocks xmlns:a="http://schemas.openxmlformats.org/drawingml/2006/main" noGrp="1"/>
          </p:cNvSpPr>
          <p:nvPr/>
        </p:nvSpPr>
        <p:spPr>
          <a:xfrm xmlns:a="http://schemas.openxmlformats.org/drawingml/2006/main">
            <a:off x="866775" y="31432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seed · generation</a:t>
            </a:r>
          </a:p>
          <a:p xmlns:a="http://schemas.openxmlformats.org/drawingml/2006/main">
            <a:pPr algn="ctr">
              <a:defRPr sz="1200" b="0">
                <a:solidFill>
                  <a:srgbClr val="6F6A65"/>
                </a:solidFill>
              </a:defRPr>
            </a:pPr>
            <a:r>
              <a:rPr sz="1200" b="0">
                <a:solidFill>
                  <a:srgbClr val="6F6A65"/>
                </a:solidFill>
              </a:rPr>
              <a:t>slot_us 저장</a:t>
            </a:r>
          </a:p>
        </p:txBody>
      </p:sp>
      <p:sp>
        <p:nvSpPr>
          <p:cNvPr id="8" name="sta0l">
            <a:extLst xmlns:a="http://schemas.openxmlformats.org/drawingml/2006/main">
              <a:ext uri="{FF2B5EF4-FFF2-40B4-BE49-F238E27FC236}">
                <a16:creationId xmlns:a16="http://schemas.microsoft.com/office/drawing/2014/main" id="{4F0C6D47-7606-4790-AE75-A694198B8B7F}"/>
              </a:ext>
            </a:extLst>
          </p:cNvPr>
          <p:cNvSpPr>
            <a:spLocks xmlns:a="http://schemas.openxmlformats.org/drawingml/2006/main" noGrp="1"/>
          </p:cNvSpPr>
          <p:nvPr/>
        </p:nvSpPr>
        <p:spPr>
          <a:xfrm xmlns:a="http://schemas.openxmlformats.org/drawingml/2006/main">
            <a:off x="2838450" y="3114675"/>
            <a:ext cx="295275"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sta0h">
            <a:extLst xmlns:a="http://schemas.openxmlformats.org/drawingml/2006/main">
              <a:ext uri="{FF2B5EF4-FFF2-40B4-BE49-F238E27FC236}">
                <a16:creationId xmlns:a16="http://schemas.microsoft.com/office/drawing/2014/main" id="{B5B69CB0-25FD-476A-AB4B-8B17EE848EE7}"/>
              </a:ext>
            </a:extLst>
          </p:cNvPr>
          <p:cNvSpPr>
            <a:spLocks xmlns:a="http://schemas.openxmlformats.org/drawingml/2006/main" noGrp="1"/>
          </p:cNvSpPr>
          <p:nvPr/>
        </p:nvSpPr>
        <p:spPr>
          <a:xfrm xmlns:a="http://schemas.openxmlformats.org/drawingml/2006/main">
            <a:off x="3076575" y="30384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0" name="st1">
            <a:extLst xmlns:a="http://schemas.openxmlformats.org/drawingml/2006/main">
              <a:ext uri="{FF2B5EF4-FFF2-40B4-BE49-F238E27FC236}">
                <a16:creationId xmlns:a16="http://schemas.microsoft.com/office/drawing/2014/main" id="{E2EB9D16-6769-4541-AF46-569BC9B4B70D}"/>
              </a:ext>
            </a:extLst>
          </p:cNvPr>
          <p:cNvSpPr>
            <a:spLocks xmlns:a="http://schemas.openxmlformats.org/drawingml/2006/main" noGrp="1"/>
          </p:cNvSpPr>
          <p:nvPr/>
        </p:nvSpPr>
        <p:spPr>
          <a:xfrm xmlns:a="http://schemas.openxmlformats.org/drawingml/2006/main">
            <a:off x="3267075" y="2238375"/>
            <a:ext cx="2095500" cy="176212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1" name="sth1">
            <a:extLst xmlns:a="http://schemas.openxmlformats.org/drawingml/2006/main">
              <a:ext uri="{FF2B5EF4-FFF2-40B4-BE49-F238E27FC236}">
                <a16:creationId xmlns:a16="http://schemas.microsoft.com/office/drawing/2014/main" id="{EE5E421A-D868-458C-9FA8-1B7AD567C108}"/>
              </a:ext>
            </a:extLst>
          </p:cNvPr>
          <p:cNvSpPr>
            <a:spLocks xmlns:a="http://schemas.openxmlformats.org/drawingml/2006/main" noGrp="1"/>
          </p:cNvSpPr>
          <p:nvPr/>
        </p:nvSpPr>
        <p:spPr>
          <a:xfrm xmlns:a="http://schemas.openxmlformats.org/drawingml/2006/main">
            <a:off x="3409950" y="2428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1412"/>
                </a:solidFill>
              </a:defRPr>
            </a:pPr>
            <a:r>
              <a:rPr sz="1350" b="1">
                <a:solidFill>
                  <a:srgbClr val="171412"/>
                </a:solidFill>
              </a:rPr>
              <a:t>ACTIVATE</a:t>
            </a:r>
          </a:p>
        </p:txBody>
      </p:sp>
      <p:sp>
        <p:nvSpPr>
          <p:cNvPr id="12" name="stb1">
            <a:extLst xmlns:a="http://schemas.openxmlformats.org/drawingml/2006/main">
              <a:ext uri="{FF2B5EF4-FFF2-40B4-BE49-F238E27FC236}">
                <a16:creationId xmlns:a16="http://schemas.microsoft.com/office/drawing/2014/main" id="{9A549B05-377C-462E-B08E-EB3E0CC8555C}"/>
              </a:ext>
            </a:extLst>
          </p:cNvPr>
          <p:cNvSpPr>
            <a:spLocks xmlns:a="http://schemas.openxmlformats.org/drawingml/2006/main" noGrp="1"/>
          </p:cNvSpPr>
          <p:nvPr/>
        </p:nvSpPr>
        <p:spPr>
          <a:xfrm xmlns:a="http://schemas.openxmlformats.org/drawingml/2006/main">
            <a:off x="3409950" y="31432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대기 설정을</a:t>
            </a:r>
          </a:p>
          <a:p xmlns:a="http://schemas.openxmlformats.org/drawingml/2006/main">
            <a:pPr algn="ctr">
              <a:defRPr sz="1200" b="0">
                <a:solidFill>
                  <a:srgbClr val="6F6A65"/>
                </a:solidFill>
              </a:defRPr>
            </a:pPr>
            <a:r>
              <a:rPr sz="1200" b="0">
                <a:solidFill>
                  <a:srgbClr val="6F6A65"/>
                </a:solidFill>
              </a:rPr>
              <a:t>활성 설정으로 전환</a:t>
            </a:r>
          </a:p>
        </p:txBody>
      </p:sp>
      <p:sp>
        <p:nvSpPr>
          <p:cNvPr id="13" name="sta1l">
            <a:extLst xmlns:a="http://schemas.openxmlformats.org/drawingml/2006/main">
              <a:ext uri="{FF2B5EF4-FFF2-40B4-BE49-F238E27FC236}">
                <a16:creationId xmlns:a16="http://schemas.microsoft.com/office/drawing/2014/main" id="{499545FA-1645-478A-A455-A4D330B8F958}"/>
              </a:ext>
            </a:extLst>
          </p:cNvPr>
          <p:cNvSpPr>
            <a:spLocks xmlns:a="http://schemas.openxmlformats.org/drawingml/2006/main" noGrp="1"/>
          </p:cNvSpPr>
          <p:nvPr/>
        </p:nvSpPr>
        <p:spPr>
          <a:xfrm xmlns:a="http://schemas.openxmlformats.org/drawingml/2006/main">
            <a:off x="5381625" y="3114675"/>
            <a:ext cx="295275"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4" name="sta1h">
            <a:extLst xmlns:a="http://schemas.openxmlformats.org/drawingml/2006/main">
              <a:ext uri="{FF2B5EF4-FFF2-40B4-BE49-F238E27FC236}">
                <a16:creationId xmlns:a16="http://schemas.microsoft.com/office/drawing/2014/main" id="{F68A2833-4F69-4731-AA14-07E8DA14C199}"/>
              </a:ext>
            </a:extLst>
          </p:cNvPr>
          <p:cNvSpPr>
            <a:spLocks xmlns:a="http://schemas.openxmlformats.org/drawingml/2006/main" noGrp="1"/>
          </p:cNvSpPr>
          <p:nvPr/>
        </p:nvSpPr>
        <p:spPr>
          <a:xfrm xmlns:a="http://schemas.openxmlformats.org/drawingml/2006/main">
            <a:off x="5619750" y="30384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5" name="st2">
            <a:extLst xmlns:a="http://schemas.openxmlformats.org/drawingml/2006/main">
              <a:ext uri="{FF2B5EF4-FFF2-40B4-BE49-F238E27FC236}">
                <a16:creationId xmlns:a16="http://schemas.microsoft.com/office/drawing/2014/main" id="{432AF28C-B3AD-4E80-9639-CC4CDB356F6A}"/>
              </a:ext>
            </a:extLst>
          </p:cNvPr>
          <p:cNvSpPr>
            <a:spLocks xmlns:a="http://schemas.openxmlformats.org/drawingml/2006/main" noGrp="1"/>
          </p:cNvSpPr>
          <p:nvPr/>
        </p:nvSpPr>
        <p:spPr>
          <a:xfrm xmlns:a="http://schemas.openxmlformats.org/drawingml/2006/main">
            <a:off x="5810250" y="2238375"/>
            <a:ext cx="2095500" cy="176212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6" name="sth2">
            <a:extLst xmlns:a="http://schemas.openxmlformats.org/drawingml/2006/main">
              <a:ext uri="{FF2B5EF4-FFF2-40B4-BE49-F238E27FC236}">
                <a16:creationId xmlns:a16="http://schemas.microsoft.com/office/drawing/2014/main" id="{2DFFF1E2-56D7-4DED-A63D-CE45D2F3FD2E}"/>
              </a:ext>
            </a:extLst>
          </p:cNvPr>
          <p:cNvSpPr>
            <a:spLocks xmlns:a="http://schemas.openxmlformats.org/drawingml/2006/main" noGrp="1"/>
          </p:cNvSpPr>
          <p:nvPr/>
        </p:nvSpPr>
        <p:spPr>
          <a:xfrm xmlns:a="http://schemas.openxmlformats.org/drawingml/2006/main">
            <a:off x="5953125" y="2428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1412"/>
                </a:solidFill>
              </a:defRPr>
            </a:pPr>
            <a:r>
              <a:rPr sz="1350" b="1">
                <a:solidFill>
                  <a:srgbClr val="171412"/>
                </a:solidFill>
              </a:rPr>
              <a:t>SYNC ACQUIRED</a:t>
            </a:r>
          </a:p>
        </p:txBody>
      </p:sp>
      <p:sp>
        <p:nvSpPr>
          <p:cNvPr id="17" name="stb2">
            <a:extLst xmlns:a="http://schemas.openxmlformats.org/drawingml/2006/main">
              <a:ext uri="{FF2B5EF4-FFF2-40B4-BE49-F238E27FC236}">
                <a16:creationId xmlns:a16="http://schemas.microsoft.com/office/drawing/2014/main" id="{8C7463AB-8BC2-4F3D-8951-800082AF3E81}"/>
              </a:ext>
            </a:extLst>
          </p:cNvPr>
          <p:cNvSpPr>
            <a:spLocks xmlns:a="http://schemas.openxmlformats.org/drawingml/2006/main" noGrp="1"/>
          </p:cNvSpPr>
          <p:nvPr/>
        </p:nvSpPr>
        <p:spPr>
          <a:xfrm xmlns:a="http://schemas.openxmlformats.org/drawingml/2006/main">
            <a:off x="5953125" y="31432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CH 1에서 SYNC 수신</a:t>
            </a:r>
          </a:p>
          <a:p xmlns:a="http://schemas.openxmlformats.org/drawingml/2006/main">
            <a:pPr algn="ctr">
              <a:defRPr sz="1200" b="0">
                <a:solidFill>
                  <a:srgbClr val="6F6A65"/>
                </a:solidFill>
              </a:defRPr>
            </a:pPr>
            <a:r>
              <a:rPr sz="1200" b="0">
                <a:solidFill>
                  <a:srgbClr val="6F6A65"/>
                </a:solidFill>
              </a:rPr>
              <a:t>slot 기준 계산</a:t>
            </a:r>
          </a:p>
        </p:txBody>
      </p:sp>
      <p:sp>
        <p:nvSpPr>
          <p:cNvPr id="18" name="sta2l">
            <a:extLst xmlns:a="http://schemas.openxmlformats.org/drawingml/2006/main">
              <a:ext uri="{FF2B5EF4-FFF2-40B4-BE49-F238E27FC236}">
                <a16:creationId xmlns:a16="http://schemas.microsoft.com/office/drawing/2014/main" id="{6A351CDA-3A5D-49FC-8D91-C403D1369DF8}"/>
              </a:ext>
            </a:extLst>
          </p:cNvPr>
          <p:cNvSpPr>
            <a:spLocks xmlns:a="http://schemas.openxmlformats.org/drawingml/2006/main" noGrp="1"/>
          </p:cNvSpPr>
          <p:nvPr/>
        </p:nvSpPr>
        <p:spPr>
          <a:xfrm xmlns:a="http://schemas.openxmlformats.org/drawingml/2006/main">
            <a:off x="7924800" y="3114675"/>
            <a:ext cx="295275"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sta2h">
            <a:extLst xmlns:a="http://schemas.openxmlformats.org/drawingml/2006/main">
              <a:ext uri="{FF2B5EF4-FFF2-40B4-BE49-F238E27FC236}">
                <a16:creationId xmlns:a16="http://schemas.microsoft.com/office/drawing/2014/main" id="{F6F8CC51-A1DF-4224-AE1F-33E7E57152BC}"/>
              </a:ext>
            </a:extLst>
          </p:cNvPr>
          <p:cNvSpPr>
            <a:spLocks xmlns:a="http://schemas.openxmlformats.org/drawingml/2006/main" noGrp="1"/>
          </p:cNvSpPr>
          <p:nvPr/>
        </p:nvSpPr>
        <p:spPr>
          <a:xfrm xmlns:a="http://schemas.openxmlformats.org/drawingml/2006/main">
            <a:off x="8162925" y="30384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st3">
            <a:extLst xmlns:a="http://schemas.openxmlformats.org/drawingml/2006/main">
              <a:ext uri="{FF2B5EF4-FFF2-40B4-BE49-F238E27FC236}">
                <a16:creationId xmlns:a16="http://schemas.microsoft.com/office/drawing/2014/main" id="{3F2B0127-1CD4-4865-B0C4-8D3903BEDF58}"/>
              </a:ext>
            </a:extLst>
          </p:cNvPr>
          <p:cNvSpPr>
            <a:spLocks xmlns:a="http://schemas.openxmlformats.org/drawingml/2006/main" noGrp="1"/>
          </p:cNvSpPr>
          <p:nvPr/>
        </p:nvSpPr>
        <p:spPr>
          <a:xfrm xmlns:a="http://schemas.openxmlformats.org/drawingml/2006/main">
            <a:off x="8353425" y="2238375"/>
            <a:ext cx="2095500" cy="1762125"/>
          </a:xfrm>
          <a:prstGeom xmlns:a="http://schemas.openxmlformats.org/drawingml/2006/main" prst="rect">
            <a:avLst/>
          </a:prstGeom>
          <a:solidFill xmlns:a="http://schemas.openxmlformats.org/drawingml/2006/main">
            <a:srgbClr val="EEF7F2"/>
          </a:solidFill>
          <a:ln xmlns:a="http://schemas.openxmlformats.org/drawingml/2006/main" w="11430">
            <a:solidFill>
              <a:srgbClr val="237A57"/>
            </a:solidFill>
            <a:prstDash val="solid"/>
          </a:ln>
        </p:spPr>
      </p:sp>
      <p:sp>
        <p:nvSpPr>
          <p:cNvPr id="21" name="sth3">
            <a:extLst xmlns:a="http://schemas.openxmlformats.org/drawingml/2006/main">
              <a:ext uri="{FF2B5EF4-FFF2-40B4-BE49-F238E27FC236}">
                <a16:creationId xmlns:a16="http://schemas.microsoft.com/office/drawing/2014/main" id="{7735571B-5B49-4061-ADF1-801DC31F1CAC}"/>
              </a:ext>
            </a:extLst>
          </p:cNvPr>
          <p:cNvSpPr>
            <a:spLocks xmlns:a="http://schemas.openxmlformats.org/drawingml/2006/main" noGrp="1"/>
          </p:cNvSpPr>
          <p:nvPr/>
        </p:nvSpPr>
        <p:spPr>
          <a:xfrm xmlns:a="http://schemas.openxmlformats.org/drawingml/2006/main">
            <a:off x="8496300" y="2428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37A57"/>
                </a:solidFill>
              </a:defRPr>
            </a:pPr>
            <a:r>
              <a:rPr sz="1350" b="1">
                <a:solidFill>
                  <a:srgbClr val="237A57"/>
                </a:solidFill>
              </a:rPr>
              <a:t>TRACKING</a:t>
            </a:r>
          </a:p>
        </p:txBody>
      </p:sp>
      <p:sp>
        <p:nvSpPr>
          <p:cNvPr id="22" name="stb3">
            <a:extLst xmlns:a="http://schemas.openxmlformats.org/drawingml/2006/main">
              <a:ext uri="{FF2B5EF4-FFF2-40B4-BE49-F238E27FC236}">
                <a16:creationId xmlns:a16="http://schemas.microsoft.com/office/drawing/2014/main" id="{374D2B33-D31C-419C-9B12-6B79336E1097}"/>
              </a:ext>
            </a:extLst>
          </p:cNvPr>
          <p:cNvSpPr>
            <a:spLocks xmlns:a="http://schemas.openxmlformats.org/drawingml/2006/main" noGrp="1"/>
          </p:cNvSpPr>
          <p:nvPr/>
        </p:nvSpPr>
        <p:spPr>
          <a:xfrm xmlns:a="http://schemas.openxmlformats.org/drawingml/2006/main">
            <a:off x="8496300" y="31432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매 슬롯 SYNC로</a:t>
            </a:r>
          </a:p>
          <a:p xmlns:a="http://schemas.openxmlformats.org/drawingml/2006/main">
            <a:pPr algn="ctr">
              <a:defRPr sz="1200" b="0">
                <a:solidFill>
                  <a:srgbClr val="6F6A65"/>
                </a:solidFill>
              </a:defRPr>
            </a:pPr>
            <a:r>
              <a:rPr sz="1200" b="0">
                <a:solidFill>
                  <a:srgbClr val="6F6A65"/>
                </a:solidFill>
              </a:rPr>
              <a:t>시간 오차 보정</a:t>
            </a:r>
          </a:p>
        </p:txBody>
      </p:sp>
      <p:sp>
        <p:nvSpPr>
          <p:cNvPr id="23" name="sta3l">
            <a:extLst xmlns:a="http://schemas.openxmlformats.org/drawingml/2006/main">
              <a:ext uri="{FF2B5EF4-FFF2-40B4-BE49-F238E27FC236}">
                <a16:creationId xmlns:a16="http://schemas.microsoft.com/office/drawing/2014/main" id="{82432327-2BAF-408D-9E45-0410FDD1526B}"/>
              </a:ext>
            </a:extLst>
          </p:cNvPr>
          <p:cNvSpPr>
            <a:spLocks xmlns:a="http://schemas.openxmlformats.org/drawingml/2006/main" noGrp="1"/>
          </p:cNvSpPr>
          <p:nvPr/>
        </p:nvSpPr>
        <p:spPr>
          <a:xfrm xmlns:a="http://schemas.openxmlformats.org/drawingml/2006/main">
            <a:off x="10467975" y="3114675"/>
            <a:ext cx="295275"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4" name="sta3h">
            <a:extLst xmlns:a="http://schemas.openxmlformats.org/drawingml/2006/main">
              <a:ext uri="{FF2B5EF4-FFF2-40B4-BE49-F238E27FC236}">
                <a16:creationId xmlns:a16="http://schemas.microsoft.com/office/drawing/2014/main" id="{A68FE416-E576-4D37-A5F9-5460A442FAFE}"/>
              </a:ext>
            </a:extLst>
          </p:cNvPr>
          <p:cNvSpPr>
            <a:spLocks xmlns:a="http://schemas.openxmlformats.org/drawingml/2006/main" noGrp="1"/>
          </p:cNvSpPr>
          <p:nvPr/>
        </p:nvSpPr>
        <p:spPr>
          <a:xfrm xmlns:a="http://schemas.openxmlformats.org/drawingml/2006/main">
            <a:off x="10706100" y="30384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5" name="st4">
            <a:extLst xmlns:a="http://schemas.openxmlformats.org/drawingml/2006/main">
              <a:ext uri="{FF2B5EF4-FFF2-40B4-BE49-F238E27FC236}">
                <a16:creationId xmlns:a16="http://schemas.microsoft.com/office/drawing/2014/main" id="{41E45E28-2099-4197-8A1A-0EDF45C47854}"/>
              </a:ext>
            </a:extLst>
          </p:cNvPr>
          <p:cNvSpPr>
            <a:spLocks xmlns:a="http://schemas.openxmlformats.org/drawingml/2006/main" noGrp="1"/>
          </p:cNvSpPr>
          <p:nvPr/>
        </p:nvSpPr>
        <p:spPr>
          <a:xfrm xmlns:a="http://schemas.openxmlformats.org/drawingml/2006/main">
            <a:off x="10896600" y="2238375"/>
            <a:ext cx="2095500" cy="1762125"/>
          </a:xfrm>
          <a:prstGeom xmlns:a="http://schemas.openxmlformats.org/drawingml/2006/main" prst="rect">
            <a:avLst/>
          </a:prstGeom>
          <a:solidFill xmlns:a="http://schemas.openxmlformats.org/drawingml/2006/main">
            <a:srgbClr val="FBF2ED"/>
          </a:solidFill>
          <a:ln xmlns:a="http://schemas.openxmlformats.org/drawingml/2006/main" w="11430">
            <a:solidFill>
              <a:srgbClr val="C84308"/>
            </a:solidFill>
            <a:prstDash val="solid"/>
          </a:ln>
        </p:spPr>
      </p:sp>
      <p:sp>
        <p:nvSpPr>
          <p:cNvPr id="26" name="sth4">
            <a:extLst xmlns:a="http://schemas.openxmlformats.org/drawingml/2006/main">
              <a:ext uri="{FF2B5EF4-FFF2-40B4-BE49-F238E27FC236}">
                <a16:creationId xmlns:a16="http://schemas.microsoft.com/office/drawing/2014/main" id="{36B846A8-0A5C-4D6E-A210-E67330055C06}"/>
              </a:ext>
            </a:extLst>
          </p:cNvPr>
          <p:cNvSpPr>
            <a:spLocks xmlns:a="http://schemas.openxmlformats.org/drawingml/2006/main" noGrp="1"/>
          </p:cNvSpPr>
          <p:nvPr/>
        </p:nvSpPr>
        <p:spPr>
          <a:xfrm xmlns:a="http://schemas.openxmlformats.org/drawingml/2006/main">
            <a:off x="11039475" y="2428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C84308"/>
                </a:solidFill>
              </a:defRPr>
            </a:pPr>
            <a:r>
              <a:rPr sz="1350" b="1">
                <a:solidFill>
                  <a:srgbClr val="C84308"/>
                </a:solidFill>
              </a:rPr>
              <a:t>RECOVERY</a:t>
            </a:r>
          </a:p>
        </p:txBody>
      </p:sp>
      <p:sp>
        <p:nvSpPr>
          <p:cNvPr id="27" name="stb4">
            <a:extLst xmlns:a="http://schemas.openxmlformats.org/drawingml/2006/main">
              <a:ext uri="{FF2B5EF4-FFF2-40B4-BE49-F238E27FC236}">
                <a16:creationId xmlns:a16="http://schemas.microsoft.com/office/drawing/2014/main" id="{6049C4F5-7FC8-4B96-B255-4A858B17D079}"/>
              </a:ext>
            </a:extLst>
          </p:cNvPr>
          <p:cNvSpPr>
            <a:spLocks xmlns:a="http://schemas.openxmlformats.org/drawingml/2006/main" noGrp="1"/>
          </p:cNvSpPr>
          <p:nvPr/>
        </p:nvSpPr>
        <p:spPr>
          <a:xfrm xmlns:a="http://schemas.openxmlformats.org/drawingml/2006/main">
            <a:off x="11039475" y="31432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miss 누적 시 CH 1</a:t>
            </a:r>
          </a:p>
          <a:p xmlns:a="http://schemas.openxmlformats.org/drawingml/2006/main">
            <a:pPr algn="ctr">
              <a:defRPr sz="1200" b="0">
                <a:solidFill>
                  <a:srgbClr val="6F6A65"/>
                </a:solidFill>
              </a:defRPr>
            </a:pPr>
            <a:r>
              <a:rPr sz="1200" b="0">
                <a:solidFill>
                  <a:srgbClr val="6F6A65"/>
                </a:solidFill>
              </a:rPr>
              <a:t>세션 유지 후 재동기</a:t>
            </a:r>
          </a:p>
        </p:txBody>
      </p:sp>
      <p:sp>
        <p:nvSpPr>
          <p:cNvPr id="28" name="master">
            <a:extLst xmlns:a="http://schemas.openxmlformats.org/drawingml/2006/main">
              <a:ext uri="{FF2B5EF4-FFF2-40B4-BE49-F238E27FC236}">
                <a16:creationId xmlns:a16="http://schemas.microsoft.com/office/drawing/2014/main" id="{B2BF3784-7E7F-4185-9F10-F2B9A0E2E6AF}"/>
              </a:ext>
            </a:extLst>
          </p:cNvPr>
          <p:cNvSpPr>
            <a:spLocks xmlns:a="http://schemas.openxmlformats.org/drawingml/2006/main" noGrp="1"/>
          </p:cNvSpPr>
          <p:nvPr/>
        </p:nvSpPr>
        <p:spPr>
          <a:xfrm xmlns:a="http://schemas.openxmlformats.org/drawingml/2006/main">
            <a:off x="914400" y="47244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1412"/>
                </a:solidFill>
              </a:defRPr>
            </a:pPr>
            <a:r>
              <a:rPr sz="1725" b="1">
                <a:solidFill>
                  <a:srgbClr val="171412"/>
                </a:solidFill>
              </a:rPr>
              <a:t>Raspberry Pi / Driver  ·  MASTER</a:t>
            </a:r>
          </a:p>
        </p:txBody>
      </p:sp>
      <p:sp>
        <p:nvSpPr>
          <p:cNvPr id="29" name="slave">
            <a:extLst xmlns:a="http://schemas.openxmlformats.org/drawingml/2006/main">
              <a:ext uri="{FF2B5EF4-FFF2-40B4-BE49-F238E27FC236}">
                <a16:creationId xmlns:a16="http://schemas.microsoft.com/office/drawing/2014/main" id="{D5A37F8E-E0F9-454A-AB2D-1C0EFB5E7F69}"/>
              </a:ext>
            </a:extLst>
          </p:cNvPr>
          <p:cNvSpPr>
            <a:spLocks xmlns:a="http://schemas.openxmlformats.org/drawingml/2006/main" noGrp="1"/>
          </p:cNvSpPr>
          <p:nvPr/>
        </p:nvSpPr>
        <p:spPr>
          <a:xfrm xmlns:a="http://schemas.openxmlformats.org/drawingml/2006/main">
            <a:off x="7848600" y="47244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725" b="1">
                <a:solidFill>
                  <a:srgbClr val="171412"/>
                </a:solidFill>
              </a:defRPr>
            </a:pPr>
            <a:r>
              <a:rPr sz="1725" b="1">
                <a:solidFill>
                  <a:srgbClr val="171412"/>
                </a:solidFill>
              </a:rPr>
              <a:t>ESP32 Firmware  ·  SLAVE</a:t>
            </a:r>
          </a:p>
        </p:txBody>
      </p:sp>
      <p:sp>
        <p:nvSpPr>
          <p:cNvPr id="30" name="sync-line">
            <a:extLst xmlns:a="http://schemas.openxmlformats.org/drawingml/2006/main">
              <a:ext uri="{FF2B5EF4-FFF2-40B4-BE49-F238E27FC236}">
                <a16:creationId xmlns:a16="http://schemas.microsoft.com/office/drawing/2014/main" id="{9012DF59-F2FA-4C94-AC97-2AF3C733C65C}"/>
              </a:ext>
            </a:extLst>
          </p:cNvPr>
          <p:cNvSpPr>
            <a:spLocks xmlns:a="http://schemas.openxmlformats.org/drawingml/2006/main" noGrp="1"/>
          </p:cNvSpPr>
          <p:nvPr/>
        </p:nvSpPr>
        <p:spPr>
          <a:xfrm xmlns:a="http://schemas.openxmlformats.org/drawingml/2006/main">
            <a:off x="2667000" y="5476875"/>
            <a:ext cx="8382000" cy="3810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1" name="sync-pkt">
            <a:extLst xmlns:a="http://schemas.openxmlformats.org/drawingml/2006/main">
              <a:ext uri="{FF2B5EF4-FFF2-40B4-BE49-F238E27FC236}">
                <a16:creationId xmlns:a16="http://schemas.microsoft.com/office/drawing/2014/main" id="{B8CD09EF-08F3-4316-BB6E-BAC29EAE364E}"/>
              </a:ext>
            </a:extLst>
          </p:cNvPr>
          <p:cNvSpPr>
            <a:spLocks xmlns:a="http://schemas.openxmlformats.org/drawingml/2006/main" noGrp="1"/>
          </p:cNvSpPr>
          <p:nvPr/>
        </p:nvSpPr>
        <p:spPr>
          <a:xfrm xmlns:a="http://schemas.openxmlformats.org/drawingml/2006/main">
            <a:off x="3714750" y="521970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C84308"/>
                </a:solidFill>
              </a:defRPr>
            </a:pPr>
            <a:r>
              <a:rPr sz="1350" b="1">
                <a:solidFill>
                  <a:srgbClr val="C84308"/>
                </a:solidFill>
              </a:rPr>
              <a:t>FHSS_SYNC  |  generation · slot · hop_index · timestamp</a:t>
            </a:r>
          </a:p>
        </p:txBody>
      </p:sp>
      <p:sp>
        <p:nvSpPr>
          <p:cNvPr id="32" name="metric">
            <a:extLst xmlns:a="http://schemas.openxmlformats.org/drawingml/2006/main">
              <a:ext uri="{FF2B5EF4-FFF2-40B4-BE49-F238E27FC236}">
                <a16:creationId xmlns:a16="http://schemas.microsoft.com/office/drawing/2014/main" id="{3277C842-27B6-4BD4-8BEE-B306AAE82AB4}"/>
              </a:ext>
            </a:extLst>
          </p:cNvPr>
          <p:cNvSpPr>
            <a:spLocks xmlns:a="http://schemas.openxmlformats.org/drawingml/2006/main" noGrp="1"/>
          </p:cNvSpPr>
          <p:nvPr/>
        </p:nvSpPr>
        <p:spPr>
          <a:xfrm xmlns:a="http://schemas.openxmlformats.org/drawingml/2006/main">
            <a:off x="914400" y="6286500"/>
            <a:ext cx="1188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37A57"/>
                </a:solidFill>
              </a:defRPr>
            </a:pPr>
            <a:r>
              <a:rPr sz="1650" b="1">
                <a:solidFill>
                  <a:srgbClr val="237A57"/>
                </a:solidFill>
              </a:rPr>
              <a:t>실기기 확인: SYNC_ACQUIRED → TRACKING · 시간 오차 약 -22 ~ +18 μs</a:t>
            </a:r>
          </a:p>
        </p:txBody>
      </p:sp>
    </p:spTree>
    <p:extLst>
      <p:ext uri="{BB962C8B-B14F-4D97-AF65-F5344CB8AC3E}">
        <p14:creationId xmlns:p14="http://schemas.microsoft.com/office/powerpoint/2010/main" val="11537970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eyebrow">
            <a:extLst xmlns:a="http://schemas.openxmlformats.org/drawingml/2006/main">
              <a:ext uri="{FF2B5EF4-FFF2-40B4-BE49-F238E27FC236}">
                <a16:creationId xmlns:a16="http://schemas.microsoft.com/office/drawing/2014/main" id="{2B44E7EE-D8ED-41EA-BA25-09FB4DB3E312}"/>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08 · AUDIO + DEVICE FIRMWARE</a:t>
            </a:r>
          </a:p>
        </p:txBody>
      </p:sp>
      <p:sp>
        <p:nvSpPr>
          <p:cNvPr id="2" name="title">
            <a:extLst xmlns:a="http://schemas.openxmlformats.org/drawingml/2006/main">
              <a:ext uri="{FF2B5EF4-FFF2-40B4-BE49-F238E27FC236}">
                <a16:creationId xmlns:a16="http://schemas.microsoft.com/office/drawing/2014/main" id="{4D92B350-8E26-47F4-9166-56BF72507EBE}"/>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말한 소리를 작게 압축해 보내고 바로 재생한다</a:t>
            </a:r>
          </a:p>
        </p:txBody>
      </p:sp>
      <p:sp>
        <p:nvSpPr>
          <p:cNvPr id="3" name="footer">
            <a:extLst xmlns:a="http://schemas.openxmlformats.org/drawingml/2006/main">
              <a:ext uri="{FF2B5EF4-FFF2-40B4-BE49-F238E27FC236}">
                <a16:creationId xmlns:a16="http://schemas.microsoft.com/office/drawing/2014/main" id="{7E7368C8-6C96-4EA1-BEFA-0F836EA6418B}"/>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F38F9653-B4A2-447A-BA41-C12F8CA1FACC}"/>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09</a:t>
            </a:r>
          </a:p>
        </p:txBody>
      </p:sp>
      <p:sp>
        <p:nvSpPr>
          <p:cNvPr id="5" name="au0">
            <a:extLst xmlns:a="http://schemas.openxmlformats.org/drawingml/2006/main">
              <a:ext uri="{FF2B5EF4-FFF2-40B4-BE49-F238E27FC236}">
                <a16:creationId xmlns:a16="http://schemas.microsoft.com/office/drawing/2014/main" id="{A19CF44B-BBBB-4797-9D01-81C1921A67A3}"/>
              </a:ext>
            </a:extLst>
          </p:cNvPr>
          <p:cNvSpPr>
            <a:spLocks xmlns:a="http://schemas.openxmlformats.org/drawingml/2006/main" noGrp="1"/>
          </p:cNvSpPr>
          <p:nvPr/>
        </p:nvSpPr>
        <p:spPr>
          <a:xfrm xmlns:a="http://schemas.openxmlformats.org/drawingml/2006/main">
            <a:off x="914400" y="2209800"/>
            <a:ext cx="1981200" cy="16573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6" name="auh0">
            <a:extLst xmlns:a="http://schemas.openxmlformats.org/drawingml/2006/main">
              <a:ext uri="{FF2B5EF4-FFF2-40B4-BE49-F238E27FC236}">
                <a16:creationId xmlns:a16="http://schemas.microsoft.com/office/drawing/2014/main" id="{22797136-6327-4BDC-B220-466A9EB2EA36}"/>
              </a:ext>
            </a:extLst>
          </p:cNvPr>
          <p:cNvSpPr>
            <a:spLocks xmlns:a="http://schemas.openxmlformats.org/drawingml/2006/main" noGrp="1"/>
          </p:cNvSpPr>
          <p:nvPr/>
        </p:nvSpPr>
        <p:spPr>
          <a:xfrm xmlns:a="http://schemas.openxmlformats.org/drawingml/2006/main">
            <a:off x="1047750" y="23907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INMP441</a:t>
            </a:r>
          </a:p>
        </p:txBody>
      </p:sp>
      <p:sp>
        <p:nvSpPr>
          <p:cNvPr id="7" name="aub0">
            <a:extLst xmlns:a="http://schemas.openxmlformats.org/drawingml/2006/main">
              <a:ext uri="{FF2B5EF4-FFF2-40B4-BE49-F238E27FC236}">
                <a16:creationId xmlns:a16="http://schemas.microsoft.com/office/drawing/2014/main" id="{139AD70C-7D59-46EC-B23B-D56E404C19E4}"/>
              </a:ext>
            </a:extLst>
          </p:cNvPr>
          <p:cNvSpPr>
            <a:spLocks xmlns:a="http://schemas.openxmlformats.org/drawingml/2006/main" noGrp="1"/>
          </p:cNvSpPr>
          <p:nvPr/>
        </p:nvSpPr>
        <p:spPr>
          <a:xfrm xmlns:a="http://schemas.openxmlformats.org/drawingml/2006/main">
            <a:off x="1047750" y="307657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I2S PCM</a:t>
            </a:r>
          </a:p>
          <a:p xmlns:a="http://schemas.openxmlformats.org/drawingml/2006/main">
            <a:pPr algn="ctr">
              <a:defRPr sz="1200" b="0">
                <a:solidFill>
                  <a:srgbClr val="6F6A65"/>
                </a:solidFill>
              </a:defRPr>
            </a:pPr>
            <a:r>
              <a:rPr sz="1200" b="0">
                <a:solidFill>
                  <a:srgbClr val="6F6A65"/>
                </a:solidFill>
              </a:rPr>
              <a:t>8 kHz</a:t>
            </a:r>
          </a:p>
        </p:txBody>
      </p:sp>
      <p:sp>
        <p:nvSpPr>
          <p:cNvPr id="8" name="aua0l">
            <a:extLst xmlns:a="http://schemas.openxmlformats.org/drawingml/2006/main">
              <a:ext uri="{FF2B5EF4-FFF2-40B4-BE49-F238E27FC236}">
                <a16:creationId xmlns:a16="http://schemas.microsoft.com/office/drawing/2014/main" id="{21C48115-9207-4103-9172-100889141E01}"/>
              </a:ext>
            </a:extLst>
          </p:cNvPr>
          <p:cNvSpPr>
            <a:spLocks xmlns:a="http://schemas.openxmlformats.org/drawingml/2006/main" noGrp="1"/>
          </p:cNvSpPr>
          <p:nvPr/>
        </p:nvSpPr>
        <p:spPr>
          <a:xfrm xmlns:a="http://schemas.openxmlformats.org/drawingml/2006/main">
            <a:off x="2924175" y="296227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aua0h">
            <a:extLst xmlns:a="http://schemas.openxmlformats.org/drawingml/2006/main">
              <a:ext uri="{FF2B5EF4-FFF2-40B4-BE49-F238E27FC236}">
                <a16:creationId xmlns:a16="http://schemas.microsoft.com/office/drawing/2014/main" id="{CD58057C-A7AE-40F9-A7C9-E9CB86C7929E}"/>
              </a:ext>
            </a:extLst>
          </p:cNvPr>
          <p:cNvSpPr>
            <a:spLocks xmlns:a="http://schemas.openxmlformats.org/drawingml/2006/main" noGrp="1"/>
          </p:cNvSpPr>
          <p:nvPr/>
        </p:nvSpPr>
        <p:spPr>
          <a:xfrm xmlns:a="http://schemas.openxmlformats.org/drawingml/2006/main">
            <a:off x="3114675" y="28860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0" name="au1">
            <a:extLst xmlns:a="http://schemas.openxmlformats.org/drawingml/2006/main">
              <a:ext uri="{FF2B5EF4-FFF2-40B4-BE49-F238E27FC236}">
                <a16:creationId xmlns:a16="http://schemas.microsoft.com/office/drawing/2014/main" id="{55E7CC26-C8C6-474C-94A2-B7F579C99009}"/>
              </a:ext>
            </a:extLst>
          </p:cNvPr>
          <p:cNvSpPr>
            <a:spLocks xmlns:a="http://schemas.openxmlformats.org/drawingml/2006/main" noGrp="1"/>
          </p:cNvSpPr>
          <p:nvPr/>
        </p:nvSpPr>
        <p:spPr>
          <a:xfrm xmlns:a="http://schemas.openxmlformats.org/drawingml/2006/main">
            <a:off x="3295650" y="2209800"/>
            <a:ext cx="1981200" cy="1657350"/>
          </a:xfrm>
          <a:prstGeom xmlns:a="http://schemas.openxmlformats.org/drawingml/2006/main" prst="rect">
            <a:avLst/>
          </a:prstGeom>
          <a:solidFill xmlns:a="http://schemas.openxmlformats.org/drawingml/2006/main">
            <a:srgbClr val="FBF2ED"/>
          </a:solidFill>
          <a:ln xmlns:a="http://schemas.openxmlformats.org/drawingml/2006/main" w="11430">
            <a:solidFill>
              <a:srgbClr val="C84308"/>
            </a:solidFill>
            <a:prstDash val="solid"/>
          </a:ln>
        </p:spPr>
      </p:sp>
      <p:sp>
        <p:nvSpPr>
          <p:cNvPr id="11" name="auh1">
            <a:extLst xmlns:a="http://schemas.openxmlformats.org/drawingml/2006/main">
              <a:ext uri="{FF2B5EF4-FFF2-40B4-BE49-F238E27FC236}">
                <a16:creationId xmlns:a16="http://schemas.microsoft.com/office/drawing/2014/main" id="{B389F3E5-E7FF-44D5-8AF2-FD2CEA0D741B}"/>
              </a:ext>
            </a:extLst>
          </p:cNvPr>
          <p:cNvSpPr>
            <a:spLocks xmlns:a="http://schemas.openxmlformats.org/drawingml/2006/main" noGrp="1"/>
          </p:cNvSpPr>
          <p:nvPr/>
        </p:nvSpPr>
        <p:spPr>
          <a:xfrm xmlns:a="http://schemas.openxmlformats.org/drawingml/2006/main">
            <a:off x="3429000" y="23907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C84308"/>
                </a:solidFill>
              </a:defRPr>
            </a:pPr>
            <a:r>
              <a:rPr sz="1500" b="1">
                <a:solidFill>
                  <a:srgbClr val="C84308"/>
                </a:solidFill>
              </a:rPr>
              <a:t>Speex NB</a:t>
            </a:r>
          </a:p>
        </p:txBody>
      </p:sp>
      <p:sp>
        <p:nvSpPr>
          <p:cNvPr id="12" name="aub1">
            <a:extLst xmlns:a="http://schemas.openxmlformats.org/drawingml/2006/main">
              <a:ext uri="{FF2B5EF4-FFF2-40B4-BE49-F238E27FC236}">
                <a16:creationId xmlns:a16="http://schemas.microsoft.com/office/drawing/2014/main" id="{37A12BCC-6AA2-4D99-9CD3-C86FB7A6F4B1}"/>
              </a:ext>
            </a:extLst>
          </p:cNvPr>
          <p:cNvSpPr>
            <a:spLocks xmlns:a="http://schemas.openxmlformats.org/drawingml/2006/main" noGrp="1"/>
          </p:cNvSpPr>
          <p:nvPr/>
        </p:nvSpPr>
        <p:spPr>
          <a:xfrm xmlns:a="http://schemas.openxmlformats.org/drawingml/2006/main">
            <a:off x="3429000" y="307657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프레임 압축</a:t>
            </a:r>
          </a:p>
          <a:p xmlns:a="http://schemas.openxmlformats.org/drawingml/2006/main">
            <a:pPr algn="ctr">
              <a:defRPr sz="1200" b="0">
                <a:solidFill>
                  <a:srgbClr val="6F6A65"/>
                </a:solidFill>
              </a:defRPr>
            </a:pPr>
            <a:r>
              <a:rPr sz="1200" b="0">
                <a:solidFill>
                  <a:srgbClr val="6F6A65"/>
                </a:solidFill>
              </a:rPr>
              <a:t>2-frame packet</a:t>
            </a:r>
          </a:p>
        </p:txBody>
      </p:sp>
      <p:sp>
        <p:nvSpPr>
          <p:cNvPr id="13" name="aua1l">
            <a:extLst xmlns:a="http://schemas.openxmlformats.org/drawingml/2006/main">
              <a:ext uri="{FF2B5EF4-FFF2-40B4-BE49-F238E27FC236}">
                <a16:creationId xmlns:a16="http://schemas.microsoft.com/office/drawing/2014/main" id="{494C6B6A-0728-4771-9672-A277E9394F33}"/>
              </a:ext>
            </a:extLst>
          </p:cNvPr>
          <p:cNvSpPr>
            <a:spLocks xmlns:a="http://schemas.openxmlformats.org/drawingml/2006/main" noGrp="1"/>
          </p:cNvSpPr>
          <p:nvPr/>
        </p:nvSpPr>
        <p:spPr>
          <a:xfrm xmlns:a="http://schemas.openxmlformats.org/drawingml/2006/main">
            <a:off x="5305425" y="296227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4" name="aua1h">
            <a:extLst xmlns:a="http://schemas.openxmlformats.org/drawingml/2006/main">
              <a:ext uri="{FF2B5EF4-FFF2-40B4-BE49-F238E27FC236}">
                <a16:creationId xmlns:a16="http://schemas.microsoft.com/office/drawing/2014/main" id="{EDDC85F6-F984-47F5-841F-BAB4D6C3A22A}"/>
              </a:ext>
            </a:extLst>
          </p:cNvPr>
          <p:cNvSpPr>
            <a:spLocks xmlns:a="http://schemas.openxmlformats.org/drawingml/2006/main" noGrp="1"/>
          </p:cNvSpPr>
          <p:nvPr/>
        </p:nvSpPr>
        <p:spPr>
          <a:xfrm xmlns:a="http://schemas.openxmlformats.org/drawingml/2006/main">
            <a:off x="5495925" y="28860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5" name="au2">
            <a:extLst xmlns:a="http://schemas.openxmlformats.org/drawingml/2006/main">
              <a:ext uri="{FF2B5EF4-FFF2-40B4-BE49-F238E27FC236}">
                <a16:creationId xmlns:a16="http://schemas.microsoft.com/office/drawing/2014/main" id="{3D6ECE5E-9400-45DC-A639-3704C8120D1B}"/>
              </a:ext>
            </a:extLst>
          </p:cNvPr>
          <p:cNvSpPr>
            <a:spLocks xmlns:a="http://schemas.openxmlformats.org/drawingml/2006/main" noGrp="1"/>
          </p:cNvSpPr>
          <p:nvPr/>
        </p:nvSpPr>
        <p:spPr>
          <a:xfrm xmlns:a="http://schemas.openxmlformats.org/drawingml/2006/main">
            <a:off x="5676900" y="2209800"/>
            <a:ext cx="1981200" cy="16573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6" name="auh2">
            <a:extLst xmlns:a="http://schemas.openxmlformats.org/drawingml/2006/main">
              <a:ext uri="{FF2B5EF4-FFF2-40B4-BE49-F238E27FC236}">
                <a16:creationId xmlns:a16="http://schemas.microsoft.com/office/drawing/2014/main" id="{66B38FAB-5636-480F-B85C-89BEF6C0689E}"/>
              </a:ext>
            </a:extLst>
          </p:cNvPr>
          <p:cNvSpPr>
            <a:spLocks xmlns:a="http://schemas.openxmlformats.org/drawingml/2006/main" noGrp="1"/>
          </p:cNvSpPr>
          <p:nvPr/>
        </p:nvSpPr>
        <p:spPr>
          <a:xfrm xmlns:a="http://schemas.openxmlformats.org/drawingml/2006/main">
            <a:off x="5810250" y="23907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CC1101</a:t>
            </a:r>
          </a:p>
        </p:txBody>
      </p:sp>
      <p:sp>
        <p:nvSpPr>
          <p:cNvPr id="17" name="aub2">
            <a:extLst xmlns:a="http://schemas.openxmlformats.org/drawingml/2006/main">
              <a:ext uri="{FF2B5EF4-FFF2-40B4-BE49-F238E27FC236}">
                <a16:creationId xmlns:a16="http://schemas.microsoft.com/office/drawing/2014/main" id="{6B19C457-8EC4-401F-A334-1A5566D8DF8E}"/>
              </a:ext>
            </a:extLst>
          </p:cNvPr>
          <p:cNvSpPr>
            <a:spLocks xmlns:a="http://schemas.openxmlformats.org/drawingml/2006/main" noGrp="1"/>
          </p:cNvSpPr>
          <p:nvPr/>
        </p:nvSpPr>
        <p:spPr>
          <a:xfrm xmlns:a="http://schemas.openxmlformats.org/drawingml/2006/main">
            <a:off x="5810250" y="307657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음성 패킷</a:t>
            </a:r>
          </a:p>
          <a:p xmlns:a="http://schemas.openxmlformats.org/drawingml/2006/main">
            <a:pPr algn="ctr">
              <a:defRPr sz="1200" b="0">
                <a:solidFill>
                  <a:srgbClr val="6F6A65"/>
                </a:solidFill>
              </a:defRPr>
            </a:pPr>
            <a:r>
              <a:rPr sz="1200" b="0">
                <a:solidFill>
                  <a:srgbClr val="6F6A65"/>
                </a:solidFill>
              </a:rPr>
              <a:t>PTT control</a:t>
            </a:r>
          </a:p>
        </p:txBody>
      </p:sp>
      <p:sp>
        <p:nvSpPr>
          <p:cNvPr id="18" name="aua2l">
            <a:extLst xmlns:a="http://schemas.openxmlformats.org/drawingml/2006/main">
              <a:ext uri="{FF2B5EF4-FFF2-40B4-BE49-F238E27FC236}">
                <a16:creationId xmlns:a16="http://schemas.microsoft.com/office/drawing/2014/main" id="{918BDEE4-0192-48D1-8D2A-78E133051597}"/>
              </a:ext>
            </a:extLst>
          </p:cNvPr>
          <p:cNvSpPr>
            <a:spLocks xmlns:a="http://schemas.openxmlformats.org/drawingml/2006/main" noGrp="1"/>
          </p:cNvSpPr>
          <p:nvPr/>
        </p:nvSpPr>
        <p:spPr>
          <a:xfrm xmlns:a="http://schemas.openxmlformats.org/drawingml/2006/main">
            <a:off x="7686675" y="296227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aua2h">
            <a:extLst xmlns:a="http://schemas.openxmlformats.org/drawingml/2006/main">
              <a:ext uri="{FF2B5EF4-FFF2-40B4-BE49-F238E27FC236}">
                <a16:creationId xmlns:a16="http://schemas.microsoft.com/office/drawing/2014/main" id="{A66B2137-F1F5-4C77-8256-EAEA1647DC54}"/>
              </a:ext>
            </a:extLst>
          </p:cNvPr>
          <p:cNvSpPr>
            <a:spLocks xmlns:a="http://schemas.openxmlformats.org/drawingml/2006/main" noGrp="1"/>
          </p:cNvSpPr>
          <p:nvPr/>
        </p:nvSpPr>
        <p:spPr>
          <a:xfrm xmlns:a="http://schemas.openxmlformats.org/drawingml/2006/main">
            <a:off x="7877175" y="28860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au3">
            <a:extLst xmlns:a="http://schemas.openxmlformats.org/drawingml/2006/main">
              <a:ext uri="{FF2B5EF4-FFF2-40B4-BE49-F238E27FC236}">
                <a16:creationId xmlns:a16="http://schemas.microsoft.com/office/drawing/2014/main" id="{03BDAD7E-60C2-496F-8FC7-A4CDB0D0BAC4}"/>
              </a:ext>
            </a:extLst>
          </p:cNvPr>
          <p:cNvSpPr>
            <a:spLocks xmlns:a="http://schemas.openxmlformats.org/drawingml/2006/main" noGrp="1"/>
          </p:cNvSpPr>
          <p:nvPr/>
        </p:nvSpPr>
        <p:spPr>
          <a:xfrm xmlns:a="http://schemas.openxmlformats.org/drawingml/2006/main">
            <a:off x="8058150" y="2209800"/>
            <a:ext cx="1981200" cy="16573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21" name="auh3">
            <a:extLst xmlns:a="http://schemas.openxmlformats.org/drawingml/2006/main">
              <a:ext uri="{FF2B5EF4-FFF2-40B4-BE49-F238E27FC236}">
                <a16:creationId xmlns:a16="http://schemas.microsoft.com/office/drawing/2014/main" id="{F96D2D78-FB57-4F1E-86D6-0FDF8B9B7B31}"/>
              </a:ext>
            </a:extLst>
          </p:cNvPr>
          <p:cNvSpPr>
            <a:spLocks xmlns:a="http://schemas.openxmlformats.org/drawingml/2006/main" noGrp="1"/>
          </p:cNvSpPr>
          <p:nvPr/>
        </p:nvSpPr>
        <p:spPr>
          <a:xfrm xmlns:a="http://schemas.openxmlformats.org/drawingml/2006/main">
            <a:off x="8191500" y="23907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RX Queue</a:t>
            </a:r>
          </a:p>
        </p:txBody>
      </p:sp>
      <p:sp>
        <p:nvSpPr>
          <p:cNvPr id="22" name="aub3">
            <a:extLst xmlns:a="http://schemas.openxmlformats.org/drawingml/2006/main">
              <a:ext uri="{FF2B5EF4-FFF2-40B4-BE49-F238E27FC236}">
                <a16:creationId xmlns:a16="http://schemas.microsoft.com/office/drawing/2014/main" id="{529DB232-5718-4A70-BF07-439E08BA6104}"/>
              </a:ext>
            </a:extLst>
          </p:cNvPr>
          <p:cNvSpPr>
            <a:spLocks xmlns:a="http://schemas.openxmlformats.org/drawingml/2006/main" noGrp="1"/>
          </p:cNvSpPr>
          <p:nvPr/>
        </p:nvSpPr>
        <p:spPr>
          <a:xfrm xmlns:a="http://schemas.openxmlformats.org/drawingml/2006/main">
            <a:off x="8191500" y="307657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jitter 흡수</a:t>
            </a:r>
          </a:p>
          <a:p xmlns:a="http://schemas.openxmlformats.org/drawingml/2006/main">
            <a:pPr algn="ctr">
              <a:defRPr sz="1200" b="0">
                <a:solidFill>
                  <a:srgbClr val="6F6A65"/>
                </a:solidFill>
              </a:defRPr>
            </a:pPr>
            <a:r>
              <a:rPr sz="1200" b="0">
                <a:solidFill>
                  <a:srgbClr val="6F6A65"/>
                </a:solidFill>
              </a:rPr>
              <a:t>END 처리</a:t>
            </a:r>
          </a:p>
        </p:txBody>
      </p:sp>
      <p:sp>
        <p:nvSpPr>
          <p:cNvPr id="23" name="aua3l">
            <a:extLst xmlns:a="http://schemas.openxmlformats.org/drawingml/2006/main">
              <a:ext uri="{FF2B5EF4-FFF2-40B4-BE49-F238E27FC236}">
                <a16:creationId xmlns:a16="http://schemas.microsoft.com/office/drawing/2014/main" id="{47DCE5E0-169C-40C4-9F38-862FEE4DE3E8}"/>
              </a:ext>
            </a:extLst>
          </p:cNvPr>
          <p:cNvSpPr>
            <a:spLocks xmlns:a="http://schemas.openxmlformats.org/drawingml/2006/main" noGrp="1"/>
          </p:cNvSpPr>
          <p:nvPr/>
        </p:nvSpPr>
        <p:spPr>
          <a:xfrm xmlns:a="http://schemas.openxmlformats.org/drawingml/2006/main">
            <a:off x="10067925" y="296227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4" name="aua3h">
            <a:extLst xmlns:a="http://schemas.openxmlformats.org/drawingml/2006/main">
              <a:ext uri="{FF2B5EF4-FFF2-40B4-BE49-F238E27FC236}">
                <a16:creationId xmlns:a16="http://schemas.microsoft.com/office/drawing/2014/main" id="{BB743E4D-A3BF-49CC-BEC0-7E64A4DBC590}"/>
              </a:ext>
            </a:extLst>
          </p:cNvPr>
          <p:cNvSpPr>
            <a:spLocks xmlns:a="http://schemas.openxmlformats.org/drawingml/2006/main" noGrp="1"/>
          </p:cNvSpPr>
          <p:nvPr/>
        </p:nvSpPr>
        <p:spPr>
          <a:xfrm xmlns:a="http://schemas.openxmlformats.org/drawingml/2006/main">
            <a:off x="10258425" y="28860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5" name="au4">
            <a:extLst xmlns:a="http://schemas.openxmlformats.org/drawingml/2006/main">
              <a:ext uri="{FF2B5EF4-FFF2-40B4-BE49-F238E27FC236}">
                <a16:creationId xmlns:a16="http://schemas.microsoft.com/office/drawing/2014/main" id="{17D2031E-FB84-4876-B679-37B0C9210CC9}"/>
              </a:ext>
            </a:extLst>
          </p:cNvPr>
          <p:cNvSpPr>
            <a:spLocks xmlns:a="http://schemas.openxmlformats.org/drawingml/2006/main" noGrp="1"/>
          </p:cNvSpPr>
          <p:nvPr/>
        </p:nvSpPr>
        <p:spPr>
          <a:xfrm xmlns:a="http://schemas.openxmlformats.org/drawingml/2006/main">
            <a:off x="10439400" y="2209800"/>
            <a:ext cx="1981200" cy="16573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26" name="auh4">
            <a:extLst xmlns:a="http://schemas.openxmlformats.org/drawingml/2006/main">
              <a:ext uri="{FF2B5EF4-FFF2-40B4-BE49-F238E27FC236}">
                <a16:creationId xmlns:a16="http://schemas.microsoft.com/office/drawing/2014/main" id="{5463FB56-C639-4BAE-910E-4AB6C81D5CE4}"/>
              </a:ext>
            </a:extLst>
          </p:cNvPr>
          <p:cNvSpPr>
            <a:spLocks xmlns:a="http://schemas.openxmlformats.org/drawingml/2006/main" noGrp="1"/>
          </p:cNvSpPr>
          <p:nvPr/>
        </p:nvSpPr>
        <p:spPr>
          <a:xfrm xmlns:a="http://schemas.openxmlformats.org/drawingml/2006/main">
            <a:off x="10572750" y="23907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MAX98357A</a:t>
            </a:r>
          </a:p>
        </p:txBody>
      </p:sp>
      <p:sp>
        <p:nvSpPr>
          <p:cNvPr id="27" name="aub4">
            <a:extLst xmlns:a="http://schemas.openxmlformats.org/drawingml/2006/main">
              <a:ext uri="{FF2B5EF4-FFF2-40B4-BE49-F238E27FC236}">
                <a16:creationId xmlns:a16="http://schemas.microsoft.com/office/drawing/2014/main" id="{6DCF7FE8-EFD6-4DAE-AF46-E3F16E167400}"/>
              </a:ext>
            </a:extLst>
          </p:cNvPr>
          <p:cNvSpPr>
            <a:spLocks xmlns:a="http://schemas.openxmlformats.org/drawingml/2006/main" noGrp="1"/>
          </p:cNvSpPr>
          <p:nvPr/>
        </p:nvSpPr>
        <p:spPr>
          <a:xfrm xmlns:a="http://schemas.openxmlformats.org/drawingml/2006/main">
            <a:off x="10572750" y="307657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I2S 출력</a:t>
            </a:r>
          </a:p>
          <a:p xmlns:a="http://schemas.openxmlformats.org/drawingml/2006/main">
            <a:pPr algn="ctr">
              <a:defRPr sz="1200" b="0">
                <a:solidFill>
                  <a:srgbClr val="6F6A65"/>
                </a:solidFill>
              </a:defRPr>
            </a:pPr>
            <a:r>
              <a:rPr sz="1200" b="0">
                <a:solidFill>
                  <a:srgbClr val="6F6A65"/>
                </a:solidFill>
              </a:rPr>
              <a:t>스피커 재생</a:t>
            </a:r>
          </a:p>
        </p:txBody>
      </p:sp>
      <p:sp>
        <p:nvSpPr>
          <p:cNvPr id="28" name="exh0">
            <a:extLst xmlns:a="http://schemas.openxmlformats.org/drawingml/2006/main">
              <a:ext uri="{FF2B5EF4-FFF2-40B4-BE49-F238E27FC236}">
                <a16:creationId xmlns:a16="http://schemas.microsoft.com/office/drawing/2014/main" id="{DC6A4C6F-6DDE-4031-9695-17F7C422DE2D}"/>
              </a:ext>
            </a:extLst>
          </p:cNvPr>
          <p:cNvSpPr>
            <a:spLocks xmlns:a="http://schemas.openxmlformats.org/drawingml/2006/main" noGrp="1"/>
          </p:cNvSpPr>
          <p:nvPr/>
        </p:nvSpPr>
        <p:spPr>
          <a:xfrm xmlns:a="http://schemas.openxmlformats.org/drawingml/2006/main">
            <a:off x="914400" y="4667250"/>
            <a:ext cx="1095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입력</a:t>
            </a:r>
          </a:p>
        </p:txBody>
      </p:sp>
      <p:sp>
        <p:nvSpPr>
          <p:cNvPr id="29" name="exl0">
            <a:extLst xmlns:a="http://schemas.openxmlformats.org/drawingml/2006/main">
              <a:ext uri="{FF2B5EF4-FFF2-40B4-BE49-F238E27FC236}">
                <a16:creationId xmlns:a16="http://schemas.microsoft.com/office/drawing/2014/main" id="{A5E513D1-0950-42A7-9545-A7C704645DF7}"/>
              </a:ext>
            </a:extLst>
          </p:cNvPr>
          <p:cNvSpPr>
            <a:spLocks xmlns:a="http://schemas.openxmlformats.org/drawingml/2006/main" noGrp="1"/>
          </p:cNvSpPr>
          <p:nvPr/>
        </p:nvSpPr>
        <p:spPr>
          <a:xfrm xmlns:a="http://schemas.openxmlformats.org/drawingml/2006/main">
            <a:off x="2143125" y="4857750"/>
            <a:ext cx="7620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0" name="exb0">
            <a:extLst xmlns:a="http://schemas.openxmlformats.org/drawingml/2006/main">
              <a:ext uri="{FF2B5EF4-FFF2-40B4-BE49-F238E27FC236}">
                <a16:creationId xmlns:a16="http://schemas.microsoft.com/office/drawing/2014/main" id="{DF37134F-02C5-4201-9FC2-8ECBE59B82F7}"/>
              </a:ext>
            </a:extLst>
          </p:cNvPr>
          <p:cNvSpPr>
            <a:spLocks xmlns:a="http://schemas.openxmlformats.org/drawingml/2006/main" noGrp="1"/>
          </p:cNvSpPr>
          <p:nvPr/>
        </p:nvSpPr>
        <p:spPr>
          <a:xfrm xmlns:a="http://schemas.openxmlformats.org/drawingml/2006/main">
            <a:off x="3143250" y="4667250"/>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71412"/>
                </a:solidFill>
              </a:defRPr>
            </a:pPr>
            <a:r>
              <a:rPr sz="1500" b="0">
                <a:solidFill>
                  <a:srgbClr val="171412"/>
                </a:solidFill>
              </a:rPr>
              <a:t>회전 인코더 · PTT 버튼</a:t>
            </a:r>
          </a:p>
        </p:txBody>
      </p:sp>
      <p:sp>
        <p:nvSpPr>
          <p:cNvPr id="31" name="exh1">
            <a:extLst xmlns:a="http://schemas.openxmlformats.org/drawingml/2006/main">
              <a:ext uri="{FF2B5EF4-FFF2-40B4-BE49-F238E27FC236}">
                <a16:creationId xmlns:a16="http://schemas.microsoft.com/office/drawing/2014/main" id="{246C3C29-9982-469A-B368-4FFCE18B9C2A}"/>
              </a:ext>
            </a:extLst>
          </p:cNvPr>
          <p:cNvSpPr>
            <a:spLocks xmlns:a="http://schemas.openxmlformats.org/drawingml/2006/main" noGrp="1"/>
          </p:cNvSpPr>
          <p:nvPr/>
        </p:nvSpPr>
        <p:spPr>
          <a:xfrm xmlns:a="http://schemas.openxmlformats.org/drawingml/2006/main">
            <a:off x="914400" y="5334000"/>
            <a:ext cx="1095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표시</a:t>
            </a:r>
          </a:p>
        </p:txBody>
      </p:sp>
      <p:sp>
        <p:nvSpPr>
          <p:cNvPr id="32" name="exl1">
            <a:extLst xmlns:a="http://schemas.openxmlformats.org/drawingml/2006/main">
              <a:ext uri="{FF2B5EF4-FFF2-40B4-BE49-F238E27FC236}">
                <a16:creationId xmlns:a16="http://schemas.microsoft.com/office/drawing/2014/main" id="{1D662784-2A64-4E16-BE6E-78AAB7FDB30E}"/>
              </a:ext>
            </a:extLst>
          </p:cNvPr>
          <p:cNvSpPr>
            <a:spLocks xmlns:a="http://schemas.openxmlformats.org/drawingml/2006/main" noGrp="1"/>
          </p:cNvSpPr>
          <p:nvPr/>
        </p:nvSpPr>
        <p:spPr>
          <a:xfrm xmlns:a="http://schemas.openxmlformats.org/drawingml/2006/main">
            <a:off x="2143125" y="5524500"/>
            <a:ext cx="7620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3" name="exb1">
            <a:extLst xmlns:a="http://schemas.openxmlformats.org/drawingml/2006/main">
              <a:ext uri="{FF2B5EF4-FFF2-40B4-BE49-F238E27FC236}">
                <a16:creationId xmlns:a16="http://schemas.microsoft.com/office/drawing/2014/main" id="{E846D33F-44DE-40F0-A3C4-C16E9A5B2C6B}"/>
              </a:ext>
            </a:extLst>
          </p:cNvPr>
          <p:cNvSpPr>
            <a:spLocks xmlns:a="http://schemas.openxmlformats.org/drawingml/2006/main" noGrp="1"/>
          </p:cNvSpPr>
          <p:nvPr/>
        </p:nvSpPr>
        <p:spPr>
          <a:xfrm xmlns:a="http://schemas.openxmlformats.org/drawingml/2006/main">
            <a:off x="3143250" y="5334000"/>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71412"/>
                </a:solidFill>
              </a:defRPr>
            </a:pPr>
            <a:r>
              <a:rPr sz="1500" b="0">
                <a:solidFill>
                  <a:srgbClr val="171412"/>
                </a:solidFill>
              </a:rPr>
              <a:t>OLED · 상태 LED · OTA 진행률</a:t>
            </a:r>
          </a:p>
        </p:txBody>
      </p:sp>
      <p:sp>
        <p:nvSpPr>
          <p:cNvPr id="34" name="exh2">
            <a:extLst xmlns:a="http://schemas.openxmlformats.org/drawingml/2006/main">
              <a:ext uri="{FF2B5EF4-FFF2-40B4-BE49-F238E27FC236}">
                <a16:creationId xmlns:a16="http://schemas.microsoft.com/office/drawing/2014/main" id="{DE60174C-CF6F-4AA9-AF7C-5E06D5AE3AB6}"/>
              </a:ext>
            </a:extLst>
          </p:cNvPr>
          <p:cNvSpPr>
            <a:spLocks xmlns:a="http://schemas.openxmlformats.org/drawingml/2006/main" noGrp="1"/>
          </p:cNvSpPr>
          <p:nvPr/>
        </p:nvSpPr>
        <p:spPr>
          <a:xfrm xmlns:a="http://schemas.openxmlformats.org/drawingml/2006/main">
            <a:off x="914400" y="6000750"/>
            <a:ext cx="1095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안정성</a:t>
            </a:r>
          </a:p>
        </p:txBody>
      </p:sp>
      <p:sp>
        <p:nvSpPr>
          <p:cNvPr id="35" name="exl2">
            <a:extLst xmlns:a="http://schemas.openxmlformats.org/drawingml/2006/main">
              <a:ext uri="{FF2B5EF4-FFF2-40B4-BE49-F238E27FC236}">
                <a16:creationId xmlns:a16="http://schemas.microsoft.com/office/drawing/2014/main" id="{239106F1-49B3-4362-BF1F-E0AECCBC7975}"/>
              </a:ext>
            </a:extLst>
          </p:cNvPr>
          <p:cNvSpPr>
            <a:spLocks xmlns:a="http://schemas.openxmlformats.org/drawingml/2006/main" noGrp="1"/>
          </p:cNvSpPr>
          <p:nvPr/>
        </p:nvSpPr>
        <p:spPr>
          <a:xfrm xmlns:a="http://schemas.openxmlformats.org/drawingml/2006/main">
            <a:off x="2143125" y="6191250"/>
            <a:ext cx="7620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6" name="exb2">
            <a:extLst xmlns:a="http://schemas.openxmlformats.org/drawingml/2006/main">
              <a:ext uri="{FF2B5EF4-FFF2-40B4-BE49-F238E27FC236}">
                <a16:creationId xmlns:a16="http://schemas.microsoft.com/office/drawing/2014/main" id="{55C5D161-CDB2-4738-B798-5F43A3476E8C}"/>
              </a:ext>
            </a:extLst>
          </p:cNvPr>
          <p:cNvSpPr>
            <a:spLocks xmlns:a="http://schemas.openxmlformats.org/drawingml/2006/main" noGrp="1"/>
          </p:cNvSpPr>
          <p:nvPr/>
        </p:nvSpPr>
        <p:spPr>
          <a:xfrm xmlns:a="http://schemas.openxmlformats.org/drawingml/2006/main">
            <a:off x="3143250" y="6000750"/>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1412"/>
                </a:solidFill>
              </a:defRPr>
            </a:pPr>
            <a:r>
              <a:rPr sz="1500" b="1">
                <a:solidFill>
                  <a:srgbClr val="171412"/>
                </a:solidFill>
              </a:rPr>
              <a:t>RX queue · silence tail · DMA lifecycle</a:t>
            </a:r>
          </a:p>
        </p:txBody>
      </p:sp>
      <p:sp>
        <p:nvSpPr>
          <p:cNvPr id="37" name="dual">
            <a:extLst xmlns:a="http://schemas.openxmlformats.org/drawingml/2006/main">
              <a:ext uri="{FF2B5EF4-FFF2-40B4-BE49-F238E27FC236}">
                <a16:creationId xmlns:a16="http://schemas.microsoft.com/office/drawing/2014/main" id="{5DE8547A-CBE4-45D2-A3F7-DEDB9C07A380}"/>
              </a:ext>
            </a:extLst>
          </p:cNvPr>
          <p:cNvSpPr>
            <a:spLocks xmlns:a="http://schemas.openxmlformats.org/drawingml/2006/main" noGrp="1"/>
          </p:cNvSpPr>
          <p:nvPr/>
        </p:nvSpPr>
        <p:spPr>
          <a:xfrm xmlns:a="http://schemas.openxmlformats.org/drawingml/2006/main">
            <a:off x="9906000" y="4667250"/>
            <a:ext cx="2895600" cy="171450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38" name="dual-h">
            <a:extLst xmlns:a="http://schemas.openxmlformats.org/drawingml/2006/main">
              <a:ext uri="{FF2B5EF4-FFF2-40B4-BE49-F238E27FC236}">
                <a16:creationId xmlns:a16="http://schemas.microsoft.com/office/drawing/2014/main" id="{B5A0513A-829F-45A9-B90C-3BF516BEFCD8}"/>
              </a:ext>
            </a:extLst>
          </p:cNvPr>
          <p:cNvSpPr>
            <a:spLocks xmlns:a="http://schemas.openxmlformats.org/drawingml/2006/main" noGrp="1"/>
          </p:cNvSpPr>
          <p:nvPr/>
        </p:nvSpPr>
        <p:spPr>
          <a:xfrm xmlns:a="http://schemas.openxmlformats.org/drawingml/2006/main">
            <a:off x="10144125" y="48577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C84308"/>
                </a:solidFill>
              </a:defRPr>
            </a:pPr>
            <a:r>
              <a:rPr sz="1500" b="1">
                <a:solidFill>
                  <a:srgbClr val="C84308"/>
                </a:solidFill>
              </a:rPr>
              <a:t>한 장치의 두 역할</a:t>
            </a:r>
          </a:p>
        </p:txBody>
      </p:sp>
      <p:sp>
        <p:nvSpPr>
          <p:cNvPr id="39" name="dual-b">
            <a:extLst xmlns:a="http://schemas.openxmlformats.org/drawingml/2006/main">
              <a:ext uri="{FF2B5EF4-FFF2-40B4-BE49-F238E27FC236}">
                <a16:creationId xmlns:a16="http://schemas.microsoft.com/office/drawing/2014/main" id="{63B1721C-E05B-4F00-903E-BE39561BA6E8}"/>
              </a:ext>
            </a:extLst>
          </p:cNvPr>
          <p:cNvSpPr>
            <a:spLocks xmlns:a="http://schemas.openxmlformats.org/drawingml/2006/main" noGrp="1"/>
          </p:cNvSpPr>
          <p:nvPr/>
        </p:nvSpPr>
        <p:spPr>
          <a:xfrm xmlns:a="http://schemas.openxmlformats.org/drawingml/2006/main">
            <a:off x="10144125" y="5381625"/>
            <a:ext cx="2419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1412"/>
                </a:solidFill>
              </a:defRPr>
            </a:pPr>
            <a:r>
              <a:rPr sz="1350" b="1">
                <a:solidFill>
                  <a:srgbClr val="171412"/>
                </a:solidFill>
              </a:rPr>
              <a:t>평상시: 무전 음성</a:t>
            </a:r>
          </a:p>
          <a:p xmlns:a="http://schemas.openxmlformats.org/drawingml/2006/main">
            <a:pPr algn="ctr">
              <a:defRPr sz="1350" b="1">
                <a:solidFill>
                  <a:srgbClr val="171412"/>
                </a:solidFill>
              </a:defRPr>
            </a:pPr>
            <a:r>
              <a:rPr sz="1350" b="1">
                <a:solidFill>
                  <a:srgbClr val="171412"/>
                </a:solidFill>
              </a:rPr>
              <a:t>업데이트 시: OTA client</a:t>
            </a:r>
          </a:p>
          <a:p xmlns:a="http://schemas.openxmlformats.org/drawingml/2006/main">
            <a:pPr algn="ctr">
              <a:defRPr sz="1350" b="1">
                <a:solidFill>
                  <a:srgbClr val="171412"/>
                </a:solidFill>
              </a:defRPr>
            </a:pPr>
            <a:r>
              <a:rPr sz="1350" b="1">
                <a:solidFill>
                  <a:srgbClr val="171412"/>
                </a:solidFill>
              </a:rPr>
              <a:t>공통 RF/FHSS 계층 공유</a:t>
            </a:r>
          </a:p>
        </p:txBody>
      </p:sp>
    </p:spTree>
    <p:extLst>
      <p:ext uri="{BB962C8B-B14F-4D97-AF65-F5344CB8AC3E}">
        <p14:creationId xmlns:p14="http://schemas.microsoft.com/office/powerpoint/2010/main" val="14026771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9EA919D0-5851-4524-96B2-B928F1E0B0F3}"/>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09 · ESP32 OTA</a:t>
            </a:r>
          </a:p>
        </p:txBody>
      </p:sp>
      <p:sp>
        <p:nvSpPr>
          <p:cNvPr id="2" name="title">
            <a:extLst xmlns:a="http://schemas.openxmlformats.org/drawingml/2006/main">
              <a:ext uri="{FF2B5EF4-FFF2-40B4-BE49-F238E27FC236}">
                <a16:creationId xmlns:a16="http://schemas.microsoft.com/office/drawing/2014/main" id="{57860FB1-69BD-4CDD-AC8F-795216600ADA}"/>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새 펌웨어는 확인을 통과해야 다음 부팅에 적용된다</a:t>
            </a:r>
          </a:p>
        </p:txBody>
      </p:sp>
      <p:sp>
        <p:nvSpPr>
          <p:cNvPr id="3" name="footer">
            <a:extLst xmlns:a="http://schemas.openxmlformats.org/drawingml/2006/main">
              <a:ext uri="{FF2B5EF4-FFF2-40B4-BE49-F238E27FC236}">
                <a16:creationId xmlns:a16="http://schemas.microsoft.com/office/drawing/2014/main" id="{6CEC4A6D-D5AC-4922-A68F-529CD132078B}"/>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E651B184-378C-4713-837B-84B8F1F9A8B7}"/>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10</a:t>
            </a:r>
          </a:p>
        </p:txBody>
      </p:sp>
      <p:sp>
        <p:nvSpPr>
          <p:cNvPr id="5" name="en0">
            <a:extLst xmlns:a="http://schemas.openxmlformats.org/drawingml/2006/main">
              <a:ext uri="{FF2B5EF4-FFF2-40B4-BE49-F238E27FC236}">
                <a16:creationId xmlns:a16="http://schemas.microsoft.com/office/drawing/2014/main" id="{9961AC05-FA98-410A-B2DD-F98B7B388605}"/>
              </a:ext>
            </a:extLst>
          </p:cNvPr>
          <p:cNvSpPr>
            <a:spLocks xmlns:a="http://schemas.openxmlformats.org/drawingml/2006/main" noGrp="1"/>
          </p:cNvSpPr>
          <p:nvPr/>
        </p:nvSpPr>
        <p:spPr>
          <a:xfrm xmlns:a="http://schemas.openxmlformats.org/drawingml/2006/main">
            <a:off x="914400" y="20574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C84308"/>
                </a:solidFill>
              </a:defRPr>
            </a:pPr>
            <a:r>
              <a:rPr sz="1950" b="1">
                <a:solidFill>
                  <a:srgbClr val="C84308"/>
                </a:solidFill>
              </a:rPr>
              <a:t>1</a:t>
            </a:r>
          </a:p>
        </p:txBody>
      </p:sp>
      <p:sp>
        <p:nvSpPr>
          <p:cNvPr id="6" name="eh0">
            <a:extLst xmlns:a="http://schemas.openxmlformats.org/drawingml/2006/main">
              <a:ext uri="{FF2B5EF4-FFF2-40B4-BE49-F238E27FC236}">
                <a16:creationId xmlns:a16="http://schemas.microsoft.com/office/drawing/2014/main" id="{E609D1A9-8870-4E29-978C-9F218AE63505}"/>
              </a:ext>
            </a:extLst>
          </p:cNvPr>
          <p:cNvSpPr>
            <a:spLocks xmlns:a="http://schemas.openxmlformats.org/drawingml/2006/main" noGrp="1"/>
          </p:cNvSpPr>
          <p:nvPr/>
        </p:nvSpPr>
        <p:spPr>
          <a:xfrm xmlns:a="http://schemas.openxmlformats.org/drawingml/2006/main">
            <a:off x="1600200" y="205740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Discover</a:t>
            </a:r>
          </a:p>
        </p:txBody>
      </p:sp>
      <p:sp>
        <p:nvSpPr>
          <p:cNvPr id="7" name="eb0">
            <a:extLst xmlns:a="http://schemas.openxmlformats.org/drawingml/2006/main">
              <a:ext uri="{FF2B5EF4-FFF2-40B4-BE49-F238E27FC236}">
                <a16:creationId xmlns:a16="http://schemas.microsoft.com/office/drawing/2014/main" id="{583082B6-9962-450F-885B-CEC5900C5B6D}"/>
              </a:ext>
            </a:extLst>
          </p:cNvPr>
          <p:cNvSpPr>
            <a:spLocks xmlns:a="http://schemas.openxmlformats.org/drawingml/2006/main" noGrp="1"/>
          </p:cNvSpPr>
          <p:nvPr/>
        </p:nvSpPr>
        <p:spPr>
          <a:xfrm xmlns:a="http://schemas.openxmlformats.org/drawingml/2006/main">
            <a:off x="3619500" y="20574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device_id · version 응답</a:t>
            </a:r>
          </a:p>
        </p:txBody>
      </p:sp>
      <p:sp>
        <p:nvSpPr>
          <p:cNvPr id="8" name="el0">
            <a:extLst xmlns:a="http://schemas.openxmlformats.org/drawingml/2006/main">
              <a:ext uri="{FF2B5EF4-FFF2-40B4-BE49-F238E27FC236}">
                <a16:creationId xmlns:a16="http://schemas.microsoft.com/office/drawing/2014/main" id="{2BCB4F58-C365-4853-9997-15D6AD05CC70}"/>
              </a:ext>
            </a:extLst>
          </p:cNvPr>
          <p:cNvSpPr>
            <a:spLocks xmlns:a="http://schemas.openxmlformats.org/drawingml/2006/main" noGrp="1"/>
          </p:cNvSpPr>
          <p:nvPr/>
        </p:nvSpPr>
        <p:spPr>
          <a:xfrm xmlns:a="http://schemas.openxmlformats.org/drawingml/2006/main">
            <a:off x="1123950" y="2524125"/>
            <a:ext cx="19050" cy="40005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en1">
            <a:extLst xmlns:a="http://schemas.openxmlformats.org/drawingml/2006/main">
              <a:ext uri="{FF2B5EF4-FFF2-40B4-BE49-F238E27FC236}">
                <a16:creationId xmlns:a16="http://schemas.microsoft.com/office/drawing/2014/main" id="{A59B5CA6-1A4C-4EE3-86BC-3539F65BE5E4}"/>
              </a:ext>
            </a:extLst>
          </p:cNvPr>
          <p:cNvSpPr>
            <a:spLocks xmlns:a="http://schemas.openxmlformats.org/drawingml/2006/main" noGrp="1"/>
          </p:cNvSpPr>
          <p:nvPr/>
        </p:nvSpPr>
        <p:spPr>
          <a:xfrm xmlns:a="http://schemas.openxmlformats.org/drawingml/2006/main">
            <a:off x="914400" y="29241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C84308"/>
                </a:solidFill>
              </a:defRPr>
            </a:pPr>
            <a:r>
              <a:rPr sz="1950" b="1">
                <a:solidFill>
                  <a:srgbClr val="C84308"/>
                </a:solidFill>
              </a:rPr>
              <a:t>2</a:t>
            </a:r>
          </a:p>
        </p:txBody>
      </p:sp>
      <p:sp>
        <p:nvSpPr>
          <p:cNvPr id="10" name="eh1">
            <a:extLst xmlns:a="http://schemas.openxmlformats.org/drawingml/2006/main">
              <a:ext uri="{FF2B5EF4-FFF2-40B4-BE49-F238E27FC236}">
                <a16:creationId xmlns:a16="http://schemas.microsoft.com/office/drawing/2014/main" id="{E29A7968-F2B9-4BAE-B872-AAC249626265}"/>
              </a:ext>
            </a:extLst>
          </p:cNvPr>
          <p:cNvSpPr>
            <a:spLocks xmlns:a="http://schemas.openxmlformats.org/drawingml/2006/main" noGrp="1"/>
          </p:cNvSpPr>
          <p:nvPr/>
        </p:nvSpPr>
        <p:spPr>
          <a:xfrm xmlns:a="http://schemas.openxmlformats.org/drawingml/2006/main">
            <a:off x="1600200" y="292417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START</a:t>
            </a:r>
          </a:p>
        </p:txBody>
      </p:sp>
      <p:sp>
        <p:nvSpPr>
          <p:cNvPr id="11" name="eb1">
            <a:extLst xmlns:a="http://schemas.openxmlformats.org/drawingml/2006/main">
              <a:ext uri="{FF2B5EF4-FFF2-40B4-BE49-F238E27FC236}">
                <a16:creationId xmlns:a16="http://schemas.microsoft.com/office/drawing/2014/main" id="{5B924F38-838A-4D1E-846B-CF138A93337F}"/>
              </a:ext>
            </a:extLst>
          </p:cNvPr>
          <p:cNvSpPr>
            <a:spLocks xmlns:a="http://schemas.openxmlformats.org/drawingml/2006/main" noGrp="1"/>
          </p:cNvSpPr>
          <p:nvPr/>
        </p:nvSpPr>
        <p:spPr>
          <a:xfrm xmlns:a="http://schemas.openxmlformats.org/drawingml/2006/main">
            <a:off x="3619500" y="2924175"/>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크기 · SHA-256 · session 확인</a:t>
            </a:r>
          </a:p>
        </p:txBody>
      </p:sp>
      <p:sp>
        <p:nvSpPr>
          <p:cNvPr id="12" name="el1">
            <a:extLst xmlns:a="http://schemas.openxmlformats.org/drawingml/2006/main">
              <a:ext uri="{FF2B5EF4-FFF2-40B4-BE49-F238E27FC236}">
                <a16:creationId xmlns:a16="http://schemas.microsoft.com/office/drawing/2014/main" id="{A4B593B2-ADFA-4277-BBA6-B57D0C3AE9AA}"/>
              </a:ext>
            </a:extLst>
          </p:cNvPr>
          <p:cNvSpPr>
            <a:spLocks xmlns:a="http://schemas.openxmlformats.org/drawingml/2006/main" noGrp="1"/>
          </p:cNvSpPr>
          <p:nvPr/>
        </p:nvSpPr>
        <p:spPr>
          <a:xfrm xmlns:a="http://schemas.openxmlformats.org/drawingml/2006/main">
            <a:off x="1123950" y="3390900"/>
            <a:ext cx="19050" cy="40005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3" name="en2">
            <a:extLst xmlns:a="http://schemas.openxmlformats.org/drawingml/2006/main">
              <a:ext uri="{FF2B5EF4-FFF2-40B4-BE49-F238E27FC236}">
                <a16:creationId xmlns:a16="http://schemas.microsoft.com/office/drawing/2014/main" id="{3069A7E9-8FD9-4059-8247-749A082C6A60}"/>
              </a:ext>
            </a:extLst>
          </p:cNvPr>
          <p:cNvSpPr>
            <a:spLocks xmlns:a="http://schemas.openxmlformats.org/drawingml/2006/main" noGrp="1"/>
          </p:cNvSpPr>
          <p:nvPr/>
        </p:nvSpPr>
        <p:spPr>
          <a:xfrm xmlns:a="http://schemas.openxmlformats.org/drawingml/2006/main">
            <a:off x="914400" y="37909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C84308"/>
                </a:solidFill>
              </a:defRPr>
            </a:pPr>
            <a:r>
              <a:rPr sz="1950" b="1">
                <a:solidFill>
                  <a:srgbClr val="C84308"/>
                </a:solidFill>
              </a:rPr>
              <a:t>3</a:t>
            </a:r>
          </a:p>
        </p:txBody>
      </p:sp>
      <p:sp>
        <p:nvSpPr>
          <p:cNvPr id="14" name="eh2">
            <a:extLst xmlns:a="http://schemas.openxmlformats.org/drawingml/2006/main">
              <a:ext uri="{FF2B5EF4-FFF2-40B4-BE49-F238E27FC236}">
                <a16:creationId xmlns:a16="http://schemas.microsoft.com/office/drawing/2014/main" id="{B7BDE6A2-8BD4-4A83-A4F2-07FD9EB1DFCA}"/>
              </a:ext>
            </a:extLst>
          </p:cNvPr>
          <p:cNvSpPr>
            <a:spLocks xmlns:a="http://schemas.openxmlformats.org/drawingml/2006/main" noGrp="1"/>
          </p:cNvSpPr>
          <p:nvPr/>
        </p:nvSpPr>
        <p:spPr>
          <a:xfrm xmlns:a="http://schemas.openxmlformats.org/drawingml/2006/main">
            <a:off x="1600200" y="379095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DATA</a:t>
            </a:r>
          </a:p>
        </p:txBody>
      </p:sp>
      <p:sp>
        <p:nvSpPr>
          <p:cNvPr id="15" name="eb2">
            <a:extLst xmlns:a="http://schemas.openxmlformats.org/drawingml/2006/main">
              <a:ext uri="{FF2B5EF4-FFF2-40B4-BE49-F238E27FC236}">
                <a16:creationId xmlns:a16="http://schemas.microsoft.com/office/drawing/2014/main" id="{38CE7908-C8BD-49B3-8B0D-54CCD741B4AE}"/>
              </a:ext>
            </a:extLst>
          </p:cNvPr>
          <p:cNvSpPr>
            <a:spLocks xmlns:a="http://schemas.openxmlformats.org/drawingml/2006/main" noGrp="1"/>
          </p:cNvSpPr>
          <p:nvPr/>
        </p:nvSpPr>
        <p:spPr>
          <a:xfrm xmlns:a="http://schemas.openxmlformats.org/drawingml/2006/main">
            <a:off x="3619500" y="37909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sequence 확인 후 OTA partition write</a:t>
            </a:r>
          </a:p>
        </p:txBody>
      </p:sp>
      <p:sp>
        <p:nvSpPr>
          <p:cNvPr id="16" name="el2">
            <a:extLst xmlns:a="http://schemas.openxmlformats.org/drawingml/2006/main">
              <a:ext uri="{FF2B5EF4-FFF2-40B4-BE49-F238E27FC236}">
                <a16:creationId xmlns:a16="http://schemas.microsoft.com/office/drawing/2014/main" id="{1389CBFC-9ADA-4D48-9E2F-44E640AB7022}"/>
              </a:ext>
            </a:extLst>
          </p:cNvPr>
          <p:cNvSpPr>
            <a:spLocks xmlns:a="http://schemas.openxmlformats.org/drawingml/2006/main" noGrp="1"/>
          </p:cNvSpPr>
          <p:nvPr/>
        </p:nvSpPr>
        <p:spPr>
          <a:xfrm xmlns:a="http://schemas.openxmlformats.org/drawingml/2006/main">
            <a:off x="1123950" y="4257675"/>
            <a:ext cx="19050" cy="40005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7" name="en3">
            <a:extLst xmlns:a="http://schemas.openxmlformats.org/drawingml/2006/main">
              <a:ext uri="{FF2B5EF4-FFF2-40B4-BE49-F238E27FC236}">
                <a16:creationId xmlns:a16="http://schemas.microsoft.com/office/drawing/2014/main" id="{E3B4CFA9-09CF-4509-A1C7-9E2E3EC3A143}"/>
              </a:ext>
            </a:extLst>
          </p:cNvPr>
          <p:cNvSpPr>
            <a:spLocks xmlns:a="http://schemas.openxmlformats.org/drawingml/2006/main" noGrp="1"/>
          </p:cNvSpPr>
          <p:nvPr/>
        </p:nvSpPr>
        <p:spPr>
          <a:xfrm xmlns:a="http://schemas.openxmlformats.org/drawingml/2006/main">
            <a:off x="914400" y="46577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C84308"/>
                </a:solidFill>
              </a:defRPr>
            </a:pPr>
            <a:r>
              <a:rPr sz="1950" b="1">
                <a:solidFill>
                  <a:srgbClr val="C84308"/>
                </a:solidFill>
              </a:rPr>
              <a:t>4</a:t>
            </a:r>
          </a:p>
        </p:txBody>
      </p:sp>
      <p:sp>
        <p:nvSpPr>
          <p:cNvPr id="18" name="eh3">
            <a:extLst xmlns:a="http://schemas.openxmlformats.org/drawingml/2006/main">
              <a:ext uri="{FF2B5EF4-FFF2-40B4-BE49-F238E27FC236}">
                <a16:creationId xmlns:a16="http://schemas.microsoft.com/office/drawing/2014/main" id="{6303E5CC-3067-4CF4-B5F4-601EF1EE28D2}"/>
              </a:ext>
            </a:extLst>
          </p:cNvPr>
          <p:cNvSpPr>
            <a:spLocks xmlns:a="http://schemas.openxmlformats.org/drawingml/2006/main" noGrp="1"/>
          </p:cNvSpPr>
          <p:nvPr/>
        </p:nvSpPr>
        <p:spPr>
          <a:xfrm xmlns:a="http://schemas.openxmlformats.org/drawingml/2006/main">
            <a:off x="1600200" y="46577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ACK/NACK</a:t>
            </a:r>
          </a:p>
        </p:txBody>
      </p:sp>
      <p:sp>
        <p:nvSpPr>
          <p:cNvPr id="19" name="eb3">
            <a:extLst xmlns:a="http://schemas.openxmlformats.org/drawingml/2006/main">
              <a:ext uri="{FF2B5EF4-FFF2-40B4-BE49-F238E27FC236}">
                <a16:creationId xmlns:a16="http://schemas.microsoft.com/office/drawing/2014/main" id="{6DDD9377-2345-4955-BF94-8AAD8C0958F8}"/>
              </a:ext>
            </a:extLst>
          </p:cNvPr>
          <p:cNvSpPr>
            <a:spLocks xmlns:a="http://schemas.openxmlformats.org/drawingml/2006/main" noGrp="1"/>
          </p:cNvSpPr>
          <p:nvPr/>
        </p:nvSpPr>
        <p:spPr>
          <a:xfrm xmlns:a="http://schemas.openxmlformats.org/drawingml/2006/main">
            <a:off x="3619500" y="4657725"/>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배치 누락 목록 응답</a:t>
            </a:r>
          </a:p>
        </p:txBody>
      </p:sp>
      <p:sp>
        <p:nvSpPr>
          <p:cNvPr id="20" name="el3">
            <a:extLst xmlns:a="http://schemas.openxmlformats.org/drawingml/2006/main">
              <a:ext uri="{FF2B5EF4-FFF2-40B4-BE49-F238E27FC236}">
                <a16:creationId xmlns:a16="http://schemas.microsoft.com/office/drawing/2014/main" id="{9E5C0BA3-2AD9-4AB4-A821-0D59BE83BA1A}"/>
              </a:ext>
            </a:extLst>
          </p:cNvPr>
          <p:cNvSpPr>
            <a:spLocks xmlns:a="http://schemas.openxmlformats.org/drawingml/2006/main" noGrp="1"/>
          </p:cNvSpPr>
          <p:nvPr/>
        </p:nvSpPr>
        <p:spPr>
          <a:xfrm xmlns:a="http://schemas.openxmlformats.org/drawingml/2006/main">
            <a:off x="1123950" y="5124450"/>
            <a:ext cx="19050" cy="40005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1" name="en4">
            <a:extLst xmlns:a="http://schemas.openxmlformats.org/drawingml/2006/main">
              <a:ext uri="{FF2B5EF4-FFF2-40B4-BE49-F238E27FC236}">
                <a16:creationId xmlns:a16="http://schemas.microsoft.com/office/drawing/2014/main" id="{F4CDFCD8-5E3E-456E-8B23-A0B949E8EAA5}"/>
              </a:ext>
            </a:extLst>
          </p:cNvPr>
          <p:cNvSpPr>
            <a:spLocks xmlns:a="http://schemas.openxmlformats.org/drawingml/2006/main" noGrp="1"/>
          </p:cNvSpPr>
          <p:nvPr/>
        </p:nvSpPr>
        <p:spPr>
          <a:xfrm xmlns:a="http://schemas.openxmlformats.org/drawingml/2006/main">
            <a:off x="914400" y="55245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C84308"/>
                </a:solidFill>
              </a:defRPr>
            </a:pPr>
            <a:r>
              <a:rPr sz="1950" b="1">
                <a:solidFill>
                  <a:srgbClr val="C84308"/>
                </a:solidFill>
              </a:rPr>
              <a:t>5</a:t>
            </a:r>
          </a:p>
        </p:txBody>
      </p:sp>
      <p:sp>
        <p:nvSpPr>
          <p:cNvPr id="22" name="eh4">
            <a:extLst xmlns:a="http://schemas.openxmlformats.org/drawingml/2006/main">
              <a:ext uri="{FF2B5EF4-FFF2-40B4-BE49-F238E27FC236}">
                <a16:creationId xmlns:a16="http://schemas.microsoft.com/office/drawing/2014/main" id="{5A385033-7F15-4FB6-B8BA-0E883C4EED7A}"/>
              </a:ext>
            </a:extLst>
          </p:cNvPr>
          <p:cNvSpPr>
            <a:spLocks xmlns:a="http://schemas.openxmlformats.org/drawingml/2006/main" noGrp="1"/>
          </p:cNvSpPr>
          <p:nvPr/>
        </p:nvSpPr>
        <p:spPr>
          <a:xfrm xmlns:a="http://schemas.openxmlformats.org/drawingml/2006/main">
            <a:off x="1600200" y="552450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END</a:t>
            </a:r>
          </a:p>
        </p:txBody>
      </p:sp>
      <p:sp>
        <p:nvSpPr>
          <p:cNvPr id="23" name="eb4">
            <a:extLst xmlns:a="http://schemas.openxmlformats.org/drawingml/2006/main">
              <a:ext uri="{FF2B5EF4-FFF2-40B4-BE49-F238E27FC236}">
                <a16:creationId xmlns:a16="http://schemas.microsoft.com/office/drawing/2014/main" id="{AD0731FF-E32C-423F-A783-727CB36C4EBE}"/>
              </a:ext>
            </a:extLst>
          </p:cNvPr>
          <p:cNvSpPr>
            <a:spLocks xmlns:a="http://schemas.openxmlformats.org/drawingml/2006/main" noGrp="1"/>
          </p:cNvSpPr>
          <p:nvPr/>
        </p:nvSpPr>
        <p:spPr>
          <a:xfrm xmlns:a="http://schemas.openxmlformats.org/drawingml/2006/main">
            <a:off x="3619500" y="55245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전체 SHA-256 검증 · boot partition 변경</a:t>
            </a:r>
          </a:p>
        </p:txBody>
      </p:sp>
      <p:sp>
        <p:nvSpPr>
          <p:cNvPr id="24" name="part">
            <a:extLst xmlns:a="http://schemas.openxmlformats.org/drawingml/2006/main">
              <a:ext uri="{FF2B5EF4-FFF2-40B4-BE49-F238E27FC236}">
                <a16:creationId xmlns:a16="http://schemas.microsoft.com/office/drawing/2014/main" id="{DA8E543D-EC8A-4B3F-B31D-3A7F3C216B16}"/>
              </a:ext>
            </a:extLst>
          </p:cNvPr>
          <p:cNvSpPr>
            <a:spLocks xmlns:a="http://schemas.openxmlformats.org/drawingml/2006/main" noGrp="1"/>
          </p:cNvSpPr>
          <p:nvPr/>
        </p:nvSpPr>
        <p:spPr>
          <a:xfrm xmlns:a="http://schemas.openxmlformats.org/drawingml/2006/main">
            <a:off x="9715500" y="2238375"/>
            <a:ext cx="3086100" cy="3143250"/>
          </a:xfrm>
          <a:prstGeom xmlns:a="http://schemas.openxmlformats.org/drawingml/2006/main" prst="rect">
            <a:avLst/>
          </a:prstGeom>
          <a:solidFill xmlns:a="http://schemas.openxmlformats.org/drawingml/2006/main">
            <a:srgbClr val="FBF2ED"/>
          </a:solidFill>
          <a:ln xmlns:a="http://schemas.openxmlformats.org/drawingml/2006/main" w="14288">
            <a:solidFill>
              <a:srgbClr val="C84308"/>
            </a:solidFill>
            <a:prstDash val="solid"/>
          </a:ln>
        </p:spPr>
      </p:sp>
      <p:sp>
        <p:nvSpPr>
          <p:cNvPr id="25" name="part-h">
            <a:extLst xmlns:a="http://schemas.openxmlformats.org/drawingml/2006/main">
              <a:ext uri="{FF2B5EF4-FFF2-40B4-BE49-F238E27FC236}">
                <a16:creationId xmlns:a16="http://schemas.microsoft.com/office/drawing/2014/main" id="{DB5A2DAC-45F1-4846-BCEF-B5B0B2789EDA}"/>
              </a:ext>
            </a:extLst>
          </p:cNvPr>
          <p:cNvSpPr>
            <a:spLocks xmlns:a="http://schemas.openxmlformats.org/drawingml/2006/main" noGrp="1"/>
          </p:cNvSpPr>
          <p:nvPr/>
        </p:nvSpPr>
        <p:spPr>
          <a:xfrm xmlns:a="http://schemas.openxmlformats.org/drawingml/2006/main">
            <a:off x="9953625" y="245745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C84308"/>
                </a:solidFill>
              </a:defRPr>
            </a:pPr>
            <a:r>
              <a:rPr sz="1575" b="1">
                <a:solidFill>
                  <a:srgbClr val="C84308"/>
                </a:solidFill>
              </a:rPr>
              <a:t>Dual OTA Partition</a:t>
            </a:r>
          </a:p>
        </p:txBody>
      </p:sp>
      <p:sp>
        <p:nvSpPr>
          <p:cNvPr id="26" name="run">
            <a:extLst xmlns:a="http://schemas.openxmlformats.org/drawingml/2006/main">
              <a:ext uri="{FF2B5EF4-FFF2-40B4-BE49-F238E27FC236}">
                <a16:creationId xmlns:a16="http://schemas.microsoft.com/office/drawing/2014/main" id="{A665B7B8-B0D4-4A32-A248-D475BDF183DC}"/>
              </a:ext>
            </a:extLst>
          </p:cNvPr>
          <p:cNvSpPr>
            <a:spLocks xmlns:a="http://schemas.openxmlformats.org/drawingml/2006/main" noGrp="1"/>
          </p:cNvSpPr>
          <p:nvPr/>
        </p:nvSpPr>
        <p:spPr>
          <a:xfrm xmlns:a="http://schemas.openxmlformats.org/drawingml/2006/main">
            <a:off x="10115550" y="3162300"/>
            <a:ext cx="22860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171412"/>
            </a:solidFill>
            <a:prstDash val="solid"/>
          </a:ln>
        </p:spPr>
      </p:sp>
      <p:sp>
        <p:nvSpPr>
          <p:cNvPr id="27" name="run-t">
            <a:extLst xmlns:a="http://schemas.openxmlformats.org/drawingml/2006/main">
              <a:ext uri="{FF2B5EF4-FFF2-40B4-BE49-F238E27FC236}">
                <a16:creationId xmlns:a16="http://schemas.microsoft.com/office/drawing/2014/main" id="{0C3A16D0-263F-4F7A-A88C-643B2636BB78}"/>
              </a:ext>
            </a:extLst>
          </p:cNvPr>
          <p:cNvSpPr>
            <a:spLocks xmlns:a="http://schemas.openxmlformats.org/drawingml/2006/main" noGrp="1"/>
          </p:cNvSpPr>
          <p:nvPr/>
        </p:nvSpPr>
        <p:spPr>
          <a:xfrm xmlns:a="http://schemas.openxmlformats.org/drawingml/2006/main">
            <a:off x="10115550" y="3162300"/>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1412"/>
                </a:solidFill>
              </a:defRPr>
            </a:pPr>
            <a:r>
              <a:rPr sz="1350" b="1">
                <a:solidFill>
                  <a:srgbClr val="171412"/>
                </a:solidFill>
              </a:rPr>
              <a:t>현재 실행 이미지</a:t>
            </a:r>
          </a:p>
        </p:txBody>
      </p:sp>
      <p:sp>
        <p:nvSpPr>
          <p:cNvPr id="28" name="next">
            <a:extLst xmlns:a="http://schemas.openxmlformats.org/drawingml/2006/main">
              <a:ext uri="{FF2B5EF4-FFF2-40B4-BE49-F238E27FC236}">
                <a16:creationId xmlns:a16="http://schemas.microsoft.com/office/drawing/2014/main" id="{912870B4-BC93-46AC-A3B9-860AA07AA3D0}"/>
              </a:ext>
            </a:extLst>
          </p:cNvPr>
          <p:cNvSpPr>
            <a:spLocks xmlns:a="http://schemas.openxmlformats.org/drawingml/2006/main" noGrp="1"/>
          </p:cNvSpPr>
          <p:nvPr/>
        </p:nvSpPr>
        <p:spPr>
          <a:xfrm xmlns:a="http://schemas.openxmlformats.org/drawingml/2006/main">
            <a:off x="10115550" y="4143375"/>
            <a:ext cx="2286000" cy="619125"/>
          </a:xfrm>
          <a:prstGeom xmlns:a="http://schemas.openxmlformats.org/drawingml/2006/main" prst="rect">
            <a:avLst/>
          </a:prstGeom>
          <a:solidFill xmlns:a="http://schemas.openxmlformats.org/drawingml/2006/main">
            <a:srgbClr val="EEF7F2"/>
          </a:solidFill>
          <a:ln xmlns:a="http://schemas.openxmlformats.org/drawingml/2006/main" w="14288">
            <a:solidFill>
              <a:srgbClr val="237A57"/>
            </a:solidFill>
            <a:prstDash val="solid"/>
          </a:ln>
        </p:spPr>
      </p:sp>
      <p:sp>
        <p:nvSpPr>
          <p:cNvPr id="29" name="next-t">
            <a:extLst xmlns:a="http://schemas.openxmlformats.org/drawingml/2006/main">
              <a:ext uri="{FF2B5EF4-FFF2-40B4-BE49-F238E27FC236}">
                <a16:creationId xmlns:a16="http://schemas.microsoft.com/office/drawing/2014/main" id="{5ECEC5DA-F452-4CFC-BDB4-73E441DA9216}"/>
              </a:ext>
            </a:extLst>
          </p:cNvPr>
          <p:cNvSpPr>
            <a:spLocks xmlns:a="http://schemas.openxmlformats.org/drawingml/2006/main" noGrp="1"/>
          </p:cNvSpPr>
          <p:nvPr/>
        </p:nvSpPr>
        <p:spPr>
          <a:xfrm xmlns:a="http://schemas.openxmlformats.org/drawingml/2006/main">
            <a:off x="10115550" y="4143375"/>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37A57"/>
                </a:solidFill>
              </a:defRPr>
            </a:pPr>
            <a:r>
              <a:rPr sz="1350" b="1">
                <a:solidFill>
                  <a:srgbClr val="237A57"/>
                </a:solidFill>
              </a:rPr>
              <a:t>검증 후 다음 부팅</a:t>
            </a:r>
          </a:p>
        </p:txBody>
      </p:sp>
      <p:sp>
        <p:nvSpPr>
          <p:cNvPr id="30" name="pal">
            <a:extLst xmlns:a="http://schemas.openxmlformats.org/drawingml/2006/main">
              <a:ext uri="{FF2B5EF4-FFF2-40B4-BE49-F238E27FC236}">
                <a16:creationId xmlns:a16="http://schemas.microsoft.com/office/drawing/2014/main" id="{1B4D7772-6168-4734-9C50-0E597C147B0C}"/>
              </a:ext>
            </a:extLst>
          </p:cNvPr>
          <p:cNvSpPr>
            <a:spLocks xmlns:a="http://schemas.openxmlformats.org/drawingml/2006/main" noGrp="1"/>
          </p:cNvSpPr>
          <p:nvPr/>
        </p:nvSpPr>
        <p:spPr>
          <a:xfrm xmlns:a="http://schemas.openxmlformats.org/drawingml/2006/main">
            <a:off x="11058525" y="3924300"/>
            <a:ext cx="2857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1" name="pah">
            <a:extLst xmlns:a="http://schemas.openxmlformats.org/drawingml/2006/main">
              <a:ext uri="{FF2B5EF4-FFF2-40B4-BE49-F238E27FC236}">
                <a16:creationId xmlns:a16="http://schemas.microsoft.com/office/drawing/2014/main" id="{161E982A-1FDD-4651-BBC4-27646908A44B}"/>
              </a:ext>
            </a:extLst>
          </p:cNvPr>
          <p:cNvSpPr>
            <a:spLocks xmlns:a="http://schemas.openxmlformats.org/drawingml/2006/main" noGrp="1"/>
          </p:cNvSpPr>
          <p:nvPr/>
        </p:nvSpPr>
        <p:spPr>
          <a:xfrm xmlns:a="http://schemas.openxmlformats.org/drawingml/2006/main">
            <a:off x="11287125" y="384810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32" name="nvs">
            <a:extLst xmlns:a="http://schemas.openxmlformats.org/drawingml/2006/main">
              <a:ext uri="{FF2B5EF4-FFF2-40B4-BE49-F238E27FC236}">
                <a16:creationId xmlns:a16="http://schemas.microsoft.com/office/drawing/2014/main" id="{6C08E22E-63BC-47C9-A121-EE40518C9232}"/>
              </a:ext>
            </a:extLst>
          </p:cNvPr>
          <p:cNvSpPr>
            <a:spLocks xmlns:a="http://schemas.openxmlformats.org/drawingml/2006/main" noGrp="1"/>
          </p:cNvSpPr>
          <p:nvPr/>
        </p:nvSpPr>
        <p:spPr>
          <a:xfrm xmlns:a="http://schemas.openxmlformats.org/drawingml/2006/main">
            <a:off x="914400" y="6553200"/>
            <a:ext cx="11887200" cy="40005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33" name="nvs-t">
            <a:extLst xmlns:a="http://schemas.openxmlformats.org/drawingml/2006/main">
              <a:ext uri="{FF2B5EF4-FFF2-40B4-BE49-F238E27FC236}">
                <a16:creationId xmlns:a16="http://schemas.microsoft.com/office/drawing/2014/main" id="{EFC8099B-0D45-473E-BA51-77B955B6EAE0}"/>
              </a:ext>
            </a:extLst>
          </p:cNvPr>
          <p:cNvSpPr>
            <a:spLocks xmlns:a="http://schemas.openxmlformats.org/drawingml/2006/main" noGrp="1"/>
          </p:cNvSpPr>
          <p:nvPr/>
        </p:nvSpPr>
        <p:spPr>
          <a:xfrm xmlns:a="http://schemas.openxmlformats.org/drawingml/2006/main">
            <a:off x="1143000" y="6553200"/>
            <a:ext cx="1143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FHSS CONFIG은 pending, ACTIVATE 이후 active로 관리하고 재부팅에도 필요한 설정을 NVS에 보존</a:t>
            </a:r>
          </a:p>
        </p:txBody>
      </p:sp>
    </p:spTree>
    <p:extLst>
      <p:ext uri="{BB962C8B-B14F-4D97-AF65-F5344CB8AC3E}">
        <p14:creationId xmlns:p14="http://schemas.microsoft.com/office/powerpoint/2010/main" val="21297353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
            <a:extLst xmlns:a="http://schemas.openxmlformats.org/drawingml/2006/main">
              <a:ext uri="{FF2B5EF4-FFF2-40B4-BE49-F238E27FC236}">
                <a16:creationId xmlns:a16="http://schemas.microsoft.com/office/drawing/2014/main" id="{3EA74E8D-4865-447F-AF4A-EC4C48D91DDF}"/>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10 · INTEGRATION TROUBLESHOOTING</a:t>
            </a:r>
          </a:p>
        </p:txBody>
      </p:sp>
      <p:sp>
        <p:nvSpPr>
          <p:cNvPr id="2" name="title">
            <a:extLst xmlns:a="http://schemas.openxmlformats.org/drawingml/2006/main">
              <a:ext uri="{FF2B5EF4-FFF2-40B4-BE49-F238E27FC236}">
                <a16:creationId xmlns:a16="http://schemas.microsoft.com/office/drawing/2014/main" id="{F89F1A48-1D15-4FF2-AE86-2BAB6E641DD0}"/>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통합 문제는 전파보다 상태와 시간 기준에서 더 많이 생겼다</a:t>
            </a:r>
          </a:p>
        </p:txBody>
      </p:sp>
      <p:sp>
        <p:nvSpPr>
          <p:cNvPr id="3" name="footer">
            <a:extLst xmlns:a="http://schemas.openxmlformats.org/drawingml/2006/main">
              <a:ext uri="{FF2B5EF4-FFF2-40B4-BE49-F238E27FC236}">
                <a16:creationId xmlns:a16="http://schemas.microsoft.com/office/drawing/2014/main" id="{AF869743-F898-4292-8404-15E8C8A5C64C}"/>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1426D804-21A6-4963-BA3F-E9BD65FCC46F}"/>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11</a:t>
            </a:r>
          </a:p>
        </p:txBody>
      </p:sp>
      <p:sp>
        <p:nvSpPr>
          <p:cNvPr id="5" name="p">
            <a:extLst xmlns:a="http://schemas.openxmlformats.org/drawingml/2006/main">
              <a:ext uri="{FF2B5EF4-FFF2-40B4-BE49-F238E27FC236}">
                <a16:creationId xmlns:a16="http://schemas.microsoft.com/office/drawing/2014/main" id="{A643B358-1485-46E9-9620-2EF21E946719}"/>
              </a:ext>
            </a:extLst>
          </p:cNvPr>
          <p:cNvSpPr>
            <a:spLocks xmlns:a="http://schemas.openxmlformats.org/drawingml/2006/main" noGrp="1"/>
          </p:cNvSpPr>
          <p:nvPr/>
        </p:nvSpPr>
        <p:spPr>
          <a:xfrm xmlns:a="http://schemas.openxmlformats.org/drawingml/2006/main">
            <a:off x="914400" y="195262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F6A65"/>
                </a:solidFill>
              </a:defRPr>
            </a:pPr>
            <a:r>
              <a:rPr sz="1200" b="0">
                <a:solidFill>
                  <a:srgbClr val="6F6A65"/>
                </a:solidFill>
              </a:rPr>
              <a:t>현상</a:t>
            </a:r>
          </a:p>
        </p:txBody>
      </p:sp>
      <p:sp>
        <p:nvSpPr>
          <p:cNvPr id="6" name="c">
            <a:extLst xmlns:a="http://schemas.openxmlformats.org/drawingml/2006/main">
              <a:ext uri="{FF2B5EF4-FFF2-40B4-BE49-F238E27FC236}">
                <a16:creationId xmlns:a16="http://schemas.microsoft.com/office/drawing/2014/main" id="{02A28F75-9913-4EDF-86C6-2BF5B38A351B}"/>
              </a:ext>
            </a:extLst>
          </p:cNvPr>
          <p:cNvSpPr>
            <a:spLocks xmlns:a="http://schemas.openxmlformats.org/drawingml/2006/main" noGrp="1"/>
          </p:cNvSpPr>
          <p:nvPr/>
        </p:nvSpPr>
        <p:spPr>
          <a:xfrm xmlns:a="http://schemas.openxmlformats.org/drawingml/2006/main">
            <a:off x="4095750" y="19526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F6A65"/>
                </a:solidFill>
              </a:defRPr>
            </a:pPr>
            <a:r>
              <a:rPr sz="1200" b="0">
                <a:solidFill>
                  <a:srgbClr val="6F6A65"/>
                </a:solidFill>
              </a:rPr>
              <a:t>원인</a:t>
            </a:r>
          </a:p>
        </p:txBody>
      </p:sp>
      <p:sp>
        <p:nvSpPr>
          <p:cNvPr id="7" name="f">
            <a:extLst xmlns:a="http://schemas.openxmlformats.org/drawingml/2006/main">
              <a:ext uri="{FF2B5EF4-FFF2-40B4-BE49-F238E27FC236}">
                <a16:creationId xmlns:a16="http://schemas.microsoft.com/office/drawing/2014/main" id="{60968225-7AFD-4B22-956C-A62BECF2C266}"/>
              </a:ext>
            </a:extLst>
          </p:cNvPr>
          <p:cNvSpPr>
            <a:spLocks xmlns:a="http://schemas.openxmlformats.org/drawingml/2006/main" noGrp="1"/>
          </p:cNvSpPr>
          <p:nvPr/>
        </p:nvSpPr>
        <p:spPr>
          <a:xfrm xmlns:a="http://schemas.openxmlformats.org/drawingml/2006/main">
            <a:off x="7953375" y="19526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F6A65"/>
                </a:solidFill>
              </a:defRPr>
            </a:pPr>
            <a:r>
              <a:rPr sz="1200" b="0">
                <a:solidFill>
                  <a:srgbClr val="6F6A65"/>
                </a:solidFill>
              </a:rPr>
              <a:t>조치</a:t>
            </a:r>
          </a:p>
        </p:txBody>
      </p:sp>
      <p:sp>
        <p:nvSpPr>
          <p:cNvPr id="8" name="hl">
            <a:extLst xmlns:a="http://schemas.openxmlformats.org/drawingml/2006/main">
              <a:ext uri="{FF2B5EF4-FFF2-40B4-BE49-F238E27FC236}">
                <a16:creationId xmlns:a16="http://schemas.microsoft.com/office/drawing/2014/main" id="{4F5AE146-9567-4F94-94C6-5F223D94E451}"/>
              </a:ext>
            </a:extLst>
          </p:cNvPr>
          <p:cNvSpPr>
            <a:spLocks xmlns:a="http://schemas.openxmlformats.org/drawingml/2006/main" noGrp="1"/>
          </p:cNvSpPr>
          <p:nvPr/>
        </p:nvSpPr>
        <p:spPr>
          <a:xfrm xmlns:a="http://schemas.openxmlformats.org/drawingml/2006/main">
            <a:off x="914400" y="2333625"/>
            <a:ext cx="11887200" cy="19050"/>
          </a:xfrm>
          <a:prstGeom xmlns:a="http://schemas.openxmlformats.org/drawingml/2006/main" prst="rect">
            <a:avLst/>
          </a:prstGeom>
          <a:solidFill xmlns:a="http://schemas.openxmlformats.org/drawingml/2006/main">
            <a:srgbClr val="171412"/>
          </a:solidFill>
          <a:ln xmlns:a="http://schemas.openxmlformats.org/drawingml/2006/main" w="0">
            <a:noFill/>
            <a:prstDash val="solid"/>
          </a:ln>
        </p:spPr>
      </p:sp>
      <p:sp>
        <p:nvSpPr>
          <p:cNvPr id="9" name="r10">
            <a:extLst xmlns:a="http://schemas.openxmlformats.org/drawingml/2006/main">
              <a:ext uri="{FF2B5EF4-FFF2-40B4-BE49-F238E27FC236}">
                <a16:creationId xmlns:a16="http://schemas.microsoft.com/office/drawing/2014/main" id="{4E3E7094-BA7E-4F4A-BD4C-75C7F4D60425}"/>
              </a:ext>
            </a:extLst>
          </p:cNvPr>
          <p:cNvSpPr>
            <a:spLocks xmlns:a="http://schemas.openxmlformats.org/drawingml/2006/main" noGrp="1"/>
          </p:cNvSpPr>
          <p:nvPr/>
        </p:nvSpPr>
        <p:spPr>
          <a:xfrm xmlns:a="http://schemas.openxmlformats.org/drawingml/2006/main">
            <a:off x="914400" y="25146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RX가 완전히 멎음</a:t>
            </a:r>
          </a:p>
        </p:txBody>
      </p:sp>
      <p:sp>
        <p:nvSpPr>
          <p:cNvPr id="10" name="r20">
            <a:extLst xmlns:a="http://schemas.openxmlformats.org/drawingml/2006/main">
              <a:ext uri="{FF2B5EF4-FFF2-40B4-BE49-F238E27FC236}">
                <a16:creationId xmlns:a16="http://schemas.microsoft.com/office/drawing/2014/main" id="{AC22F636-050D-4D8A-B3C7-D4ABDE051263}"/>
              </a:ext>
            </a:extLst>
          </p:cNvPr>
          <p:cNvSpPr>
            <a:spLocks xmlns:a="http://schemas.openxmlformats.org/drawingml/2006/main" noGrp="1"/>
          </p:cNvSpPr>
          <p:nvPr/>
        </p:nvSpPr>
        <p:spPr>
          <a:xfrm xmlns:a="http://schemas.openxmlformats.org/drawingml/2006/main">
            <a:off x="4095750" y="2514600"/>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RXFIFO_OVERFLOW 0x11</a:t>
            </a:r>
          </a:p>
        </p:txBody>
      </p:sp>
      <p:sp>
        <p:nvSpPr>
          <p:cNvPr id="11" name="r30">
            <a:extLst xmlns:a="http://schemas.openxmlformats.org/drawingml/2006/main">
              <a:ext uri="{FF2B5EF4-FFF2-40B4-BE49-F238E27FC236}">
                <a16:creationId xmlns:a16="http://schemas.microsoft.com/office/drawing/2014/main" id="{FDBEE1B4-CEDB-4772-8284-91CA2A663395}"/>
              </a:ext>
            </a:extLst>
          </p:cNvPr>
          <p:cNvSpPr>
            <a:spLocks xmlns:a="http://schemas.openxmlformats.org/drawingml/2006/main" noGrp="1"/>
          </p:cNvSpPr>
          <p:nvPr/>
        </p:nvSpPr>
        <p:spPr>
          <a:xfrm xmlns:a="http://schemas.openxmlformats.org/drawingml/2006/main">
            <a:off x="7953375" y="25146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IDLE → SFRX → SRX 자동 복구</a:t>
            </a:r>
          </a:p>
        </p:txBody>
      </p:sp>
      <p:sp>
        <p:nvSpPr>
          <p:cNvPr id="12" name="rb1">
            <a:extLst xmlns:a="http://schemas.openxmlformats.org/drawingml/2006/main">
              <a:ext uri="{FF2B5EF4-FFF2-40B4-BE49-F238E27FC236}">
                <a16:creationId xmlns:a16="http://schemas.microsoft.com/office/drawing/2014/main" id="{656F8BA6-B5A4-4DB5-9A9C-5F3E3589FAF0}"/>
              </a:ext>
            </a:extLst>
          </p:cNvPr>
          <p:cNvSpPr>
            <a:spLocks xmlns:a="http://schemas.openxmlformats.org/drawingml/2006/main" noGrp="1"/>
          </p:cNvSpPr>
          <p:nvPr/>
        </p:nvSpPr>
        <p:spPr>
          <a:xfrm xmlns:a="http://schemas.openxmlformats.org/drawingml/2006/main">
            <a:off x="723900" y="3267075"/>
            <a:ext cx="12268200" cy="714375"/>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13" name="r11">
            <a:extLst xmlns:a="http://schemas.openxmlformats.org/drawingml/2006/main">
              <a:ext uri="{FF2B5EF4-FFF2-40B4-BE49-F238E27FC236}">
                <a16:creationId xmlns:a16="http://schemas.microsoft.com/office/drawing/2014/main" id="{64AA9E32-E087-4391-990D-6DBEBDDD99BF}"/>
              </a:ext>
            </a:extLst>
          </p:cNvPr>
          <p:cNvSpPr>
            <a:spLocks xmlns:a="http://schemas.openxmlformats.org/drawingml/2006/main" noGrp="1"/>
          </p:cNvSpPr>
          <p:nvPr/>
        </p:nvSpPr>
        <p:spPr>
          <a:xfrm xmlns:a="http://schemas.openxmlformats.org/drawingml/2006/main">
            <a:off x="914400" y="33147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슬롯 1부터 SYNC 거부</a:t>
            </a:r>
          </a:p>
        </p:txBody>
      </p:sp>
      <p:sp>
        <p:nvSpPr>
          <p:cNvPr id="14" name="r21">
            <a:extLst xmlns:a="http://schemas.openxmlformats.org/drawingml/2006/main">
              <a:ext uri="{FF2B5EF4-FFF2-40B4-BE49-F238E27FC236}">
                <a16:creationId xmlns:a16="http://schemas.microsoft.com/office/drawing/2014/main" id="{F73B18A4-5B0E-446B-BAE0-0C7E0E557215}"/>
              </a:ext>
            </a:extLst>
          </p:cNvPr>
          <p:cNvSpPr>
            <a:spLocks xmlns:a="http://schemas.openxmlformats.org/drawingml/2006/main" noGrp="1"/>
          </p:cNvSpPr>
          <p:nvPr/>
        </p:nvSpPr>
        <p:spPr>
          <a:xfrm xmlns:a="http://schemas.openxmlformats.org/drawingml/2006/main">
            <a:off x="4095750" y="3314700"/>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hop_index 의미 불일치</a:t>
            </a:r>
          </a:p>
        </p:txBody>
      </p:sp>
      <p:sp>
        <p:nvSpPr>
          <p:cNvPr id="15" name="r31">
            <a:extLst xmlns:a="http://schemas.openxmlformats.org/drawingml/2006/main">
              <a:ext uri="{FF2B5EF4-FFF2-40B4-BE49-F238E27FC236}">
                <a16:creationId xmlns:a16="http://schemas.microsoft.com/office/drawing/2014/main" id="{FAC44624-F30C-4B72-AA7F-01C4B82C455E}"/>
              </a:ext>
            </a:extLst>
          </p:cNvPr>
          <p:cNvSpPr>
            <a:spLocks xmlns:a="http://schemas.openxmlformats.org/drawingml/2006/main" noGrp="1"/>
          </p:cNvSpPr>
          <p:nvPr/>
        </p:nvSpPr>
        <p:spPr>
          <a:xfrm xmlns:a="http://schemas.openxmlformats.org/drawingml/2006/main">
            <a:off x="7953375" y="33147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셔플 결과의 0-based index로 통일</a:t>
            </a:r>
          </a:p>
        </p:txBody>
      </p:sp>
      <p:sp>
        <p:nvSpPr>
          <p:cNvPr id="16" name="r12">
            <a:extLst xmlns:a="http://schemas.openxmlformats.org/drawingml/2006/main">
              <a:ext uri="{FF2B5EF4-FFF2-40B4-BE49-F238E27FC236}">
                <a16:creationId xmlns:a16="http://schemas.microsoft.com/office/drawing/2014/main" id="{4BA68B47-3578-43BE-AFDC-AB08CB664E41}"/>
              </a:ext>
            </a:extLst>
          </p:cNvPr>
          <p:cNvSpPr>
            <a:spLocks xmlns:a="http://schemas.openxmlformats.org/drawingml/2006/main" noGrp="1"/>
          </p:cNvSpPr>
          <p:nvPr/>
        </p:nvSpPr>
        <p:spPr>
          <a:xfrm xmlns:a="http://schemas.openxmlformats.org/drawingml/2006/main">
            <a:off x="914400" y="41148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초기 SYNC 획득 실패</a:t>
            </a:r>
          </a:p>
        </p:txBody>
      </p:sp>
      <p:sp>
        <p:nvSpPr>
          <p:cNvPr id="17" name="r22">
            <a:extLst xmlns:a="http://schemas.openxmlformats.org/drawingml/2006/main">
              <a:ext uri="{FF2B5EF4-FFF2-40B4-BE49-F238E27FC236}">
                <a16:creationId xmlns:a16="http://schemas.microsoft.com/office/drawing/2014/main" id="{BFB9D96A-5C96-4B69-AE6F-68AB5BD16966}"/>
              </a:ext>
            </a:extLst>
          </p:cNvPr>
          <p:cNvSpPr>
            <a:spLocks xmlns:a="http://schemas.openxmlformats.org/drawingml/2006/main" noGrp="1"/>
          </p:cNvSpPr>
          <p:nvPr/>
        </p:nvSpPr>
        <p:spPr>
          <a:xfrm xmlns:a="http://schemas.openxmlformats.org/drawingml/2006/main">
            <a:off x="4095750" y="4114800"/>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같은 slot을 여러 번 송신</a:t>
            </a:r>
          </a:p>
        </p:txBody>
      </p:sp>
      <p:sp>
        <p:nvSpPr>
          <p:cNvPr id="18" name="r32">
            <a:extLst xmlns:a="http://schemas.openxmlformats.org/drawingml/2006/main">
              <a:ext uri="{FF2B5EF4-FFF2-40B4-BE49-F238E27FC236}">
                <a16:creationId xmlns:a16="http://schemas.microsoft.com/office/drawing/2014/main" id="{6B0FFBD9-5A24-45F2-9FBD-C8FCDDA803CE}"/>
              </a:ext>
            </a:extLst>
          </p:cNvPr>
          <p:cNvSpPr>
            <a:spLocks xmlns:a="http://schemas.openxmlformats.org/drawingml/2006/main" noGrp="1"/>
          </p:cNvSpPr>
          <p:nvPr/>
        </p:nvSpPr>
        <p:spPr>
          <a:xfrm xmlns:a="http://schemas.openxmlformats.org/drawingml/2006/main">
            <a:off x="7953375" y="41148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실제 슬롯마다 SYNC 한 번만 송신</a:t>
            </a:r>
          </a:p>
        </p:txBody>
      </p:sp>
      <p:sp>
        <p:nvSpPr>
          <p:cNvPr id="19" name="rb3">
            <a:extLst xmlns:a="http://schemas.openxmlformats.org/drawingml/2006/main">
              <a:ext uri="{FF2B5EF4-FFF2-40B4-BE49-F238E27FC236}">
                <a16:creationId xmlns:a16="http://schemas.microsoft.com/office/drawing/2014/main" id="{8911A6B3-A7D4-4E6A-9B5F-116E35BA68DC}"/>
              </a:ext>
            </a:extLst>
          </p:cNvPr>
          <p:cNvSpPr>
            <a:spLocks xmlns:a="http://schemas.openxmlformats.org/drawingml/2006/main" noGrp="1"/>
          </p:cNvSpPr>
          <p:nvPr/>
        </p:nvSpPr>
        <p:spPr>
          <a:xfrm xmlns:a="http://schemas.openxmlformats.org/drawingml/2006/main">
            <a:off x="723900" y="4867275"/>
            <a:ext cx="12268200" cy="714375"/>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20" name="r13">
            <a:extLst xmlns:a="http://schemas.openxmlformats.org/drawingml/2006/main">
              <a:ext uri="{FF2B5EF4-FFF2-40B4-BE49-F238E27FC236}">
                <a16:creationId xmlns:a16="http://schemas.microsoft.com/office/drawing/2014/main" id="{266543DC-D159-4A3B-A0EA-4192BDB7BCBE}"/>
              </a:ext>
            </a:extLst>
          </p:cNvPr>
          <p:cNvSpPr>
            <a:spLocks xmlns:a="http://schemas.openxmlformats.org/drawingml/2006/main" noGrp="1"/>
          </p:cNvSpPr>
          <p:nvPr/>
        </p:nvSpPr>
        <p:spPr>
          <a:xfrm xmlns:a="http://schemas.openxmlformats.org/drawingml/2006/main">
            <a:off x="914400" y="49149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OTA_DATA write 실패</a:t>
            </a:r>
          </a:p>
        </p:txBody>
      </p:sp>
      <p:sp>
        <p:nvSpPr>
          <p:cNvPr id="21" name="r23">
            <a:extLst xmlns:a="http://schemas.openxmlformats.org/drawingml/2006/main">
              <a:ext uri="{FF2B5EF4-FFF2-40B4-BE49-F238E27FC236}">
                <a16:creationId xmlns:a16="http://schemas.microsoft.com/office/drawing/2014/main" id="{4692F1E9-4E9C-4487-B77C-25011D234D2C}"/>
              </a:ext>
            </a:extLst>
          </p:cNvPr>
          <p:cNvSpPr>
            <a:spLocks xmlns:a="http://schemas.openxmlformats.org/drawingml/2006/main" noGrp="1"/>
          </p:cNvSpPr>
          <p:nvPr/>
        </p:nvSpPr>
        <p:spPr>
          <a:xfrm xmlns:a="http://schemas.openxmlformats.org/drawingml/2006/main">
            <a:off x="4095750" y="4914900"/>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DATA와 내부 SYNC TX 충돌</a:t>
            </a:r>
          </a:p>
        </p:txBody>
      </p:sp>
      <p:sp>
        <p:nvSpPr>
          <p:cNvPr id="22" name="r33">
            <a:extLst xmlns:a="http://schemas.openxmlformats.org/drawingml/2006/main">
              <a:ext uri="{FF2B5EF4-FFF2-40B4-BE49-F238E27FC236}">
                <a16:creationId xmlns:a16="http://schemas.microsoft.com/office/drawing/2014/main" id="{07469DEF-7FC9-4D34-9351-021C67EB426D}"/>
              </a:ext>
            </a:extLst>
          </p:cNvPr>
          <p:cNvSpPr>
            <a:spLocks xmlns:a="http://schemas.openxmlformats.org/drawingml/2006/main" noGrp="1"/>
          </p:cNvSpPr>
          <p:nvPr/>
        </p:nvSpPr>
        <p:spPr>
          <a:xfrm xmlns:a="http://schemas.openxmlformats.org/drawingml/2006/main">
            <a:off x="7953375" y="49149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tx_lock으로 송신 직렬화</a:t>
            </a:r>
          </a:p>
        </p:txBody>
      </p:sp>
      <p:sp>
        <p:nvSpPr>
          <p:cNvPr id="23" name="r14">
            <a:extLst xmlns:a="http://schemas.openxmlformats.org/drawingml/2006/main">
              <a:ext uri="{FF2B5EF4-FFF2-40B4-BE49-F238E27FC236}">
                <a16:creationId xmlns:a16="http://schemas.microsoft.com/office/drawing/2014/main" id="{B1CF6398-0F64-4F28-B5A0-397E1CA36AE5}"/>
              </a:ext>
            </a:extLst>
          </p:cNvPr>
          <p:cNvSpPr>
            <a:spLocks xmlns:a="http://schemas.openxmlformats.org/drawingml/2006/main" noGrp="1"/>
          </p:cNvSpPr>
          <p:nvPr/>
        </p:nvSpPr>
        <p:spPr>
          <a:xfrm xmlns:a="http://schemas.openxmlformats.org/drawingml/2006/main">
            <a:off x="914400" y="57150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FHSS OTA가 매우 느림</a:t>
            </a:r>
          </a:p>
        </p:txBody>
      </p:sp>
      <p:sp>
        <p:nvSpPr>
          <p:cNvPr id="24" name="r24">
            <a:extLst xmlns:a="http://schemas.openxmlformats.org/drawingml/2006/main">
              <a:ext uri="{FF2B5EF4-FFF2-40B4-BE49-F238E27FC236}">
                <a16:creationId xmlns:a16="http://schemas.microsoft.com/office/drawing/2014/main" id="{DD3BFD17-48D8-4B4A-89A6-24C41ED9C019}"/>
              </a:ext>
            </a:extLst>
          </p:cNvPr>
          <p:cNvSpPr>
            <a:spLocks xmlns:a="http://schemas.openxmlformats.org/drawingml/2006/main" noGrp="1"/>
          </p:cNvSpPr>
          <p:nvPr/>
        </p:nvSpPr>
        <p:spPr>
          <a:xfrm xmlns:a="http://schemas.openxmlformats.org/drawingml/2006/main">
            <a:off x="4095750" y="5715000"/>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300ms 슬롯당 1패킷 제한</a:t>
            </a:r>
          </a:p>
        </p:txBody>
      </p:sp>
      <p:sp>
        <p:nvSpPr>
          <p:cNvPr id="25" name="r34">
            <a:extLst xmlns:a="http://schemas.openxmlformats.org/drawingml/2006/main">
              <a:ext uri="{FF2B5EF4-FFF2-40B4-BE49-F238E27FC236}">
                <a16:creationId xmlns:a16="http://schemas.microsoft.com/office/drawing/2014/main" id="{1B67B456-8DF2-4992-9572-554E40F9F684}"/>
              </a:ext>
            </a:extLst>
          </p:cNvPr>
          <p:cNvSpPr>
            <a:spLocks xmlns:a="http://schemas.openxmlformats.org/drawingml/2006/main" noGrp="1"/>
          </p:cNvSpPr>
          <p:nvPr/>
        </p:nvSpPr>
        <p:spPr>
          <a:xfrm xmlns:a="http://schemas.openxmlformats.org/drawingml/2006/main">
            <a:off x="7953375" y="57150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guard-aware 배치 전송 최적화 진행</a:t>
            </a:r>
          </a:p>
        </p:txBody>
      </p:sp>
      <p:sp>
        <p:nvSpPr>
          <p:cNvPr id="26" name="lesson">
            <a:extLst xmlns:a="http://schemas.openxmlformats.org/drawingml/2006/main">
              <a:ext uri="{FF2B5EF4-FFF2-40B4-BE49-F238E27FC236}">
                <a16:creationId xmlns:a16="http://schemas.microsoft.com/office/drawing/2014/main" id="{4932147D-376A-44CD-9F71-840D01488314}"/>
              </a:ext>
            </a:extLst>
          </p:cNvPr>
          <p:cNvSpPr>
            <a:spLocks xmlns:a="http://schemas.openxmlformats.org/drawingml/2006/main" noGrp="1"/>
          </p:cNvSpPr>
          <p:nvPr/>
        </p:nvSpPr>
        <p:spPr>
          <a:xfrm xmlns:a="http://schemas.openxmlformats.org/drawingml/2006/main">
            <a:off x="914400" y="6629400"/>
            <a:ext cx="11887200" cy="361950"/>
          </a:xfrm>
          <a:prstGeom xmlns:a="http://schemas.openxmlformats.org/drawingml/2006/main" prst="rect">
            <a:avLst/>
          </a:prstGeom>
          <a:solidFill xmlns:a="http://schemas.openxmlformats.org/drawingml/2006/main">
            <a:srgbClr val="171412"/>
          </a:solidFill>
          <a:ln xmlns:a="http://schemas.openxmlformats.org/drawingml/2006/main" w="0">
            <a:noFill/>
            <a:prstDash val="solid"/>
          </a:ln>
        </p:spPr>
      </p:sp>
      <p:sp>
        <p:nvSpPr>
          <p:cNvPr id="27" name="lesson-t">
            <a:extLst xmlns:a="http://schemas.openxmlformats.org/drawingml/2006/main">
              <a:ext uri="{FF2B5EF4-FFF2-40B4-BE49-F238E27FC236}">
                <a16:creationId xmlns:a16="http://schemas.microsoft.com/office/drawing/2014/main" id="{71B7085D-974F-4DCB-8C96-0F9749FE4EC3}"/>
              </a:ext>
            </a:extLst>
          </p:cNvPr>
          <p:cNvSpPr>
            <a:spLocks xmlns:a="http://schemas.openxmlformats.org/drawingml/2006/main" noGrp="1"/>
          </p:cNvSpPr>
          <p:nvPr/>
        </p:nvSpPr>
        <p:spPr>
          <a:xfrm xmlns:a="http://schemas.openxmlformats.org/drawingml/2006/main">
            <a:off x="1123950" y="6629400"/>
            <a:ext cx="11468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FFFF"/>
                </a:solidFill>
              </a:defRPr>
            </a:pPr>
            <a:r>
              <a:rPr sz="1275" b="1">
                <a:solidFill>
                  <a:srgbClr val="FFFFFF"/>
                </a:solidFill>
              </a:rPr>
              <a:t>교훈  |  패킷 포맷뿐 아니라 state, index, slot 경계의 의미까지 저장소 간에 동일해야 한다</a:t>
            </a:r>
          </a:p>
        </p:txBody>
      </p:sp>
    </p:spTree>
    <p:extLst>
      <p:ext uri="{BB962C8B-B14F-4D97-AF65-F5344CB8AC3E}">
        <p14:creationId xmlns:p14="http://schemas.microsoft.com/office/powerpoint/2010/main" val="4631555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eyebrow">
            <a:extLst xmlns:a="http://schemas.openxmlformats.org/drawingml/2006/main">
              <a:ext uri="{FF2B5EF4-FFF2-40B4-BE49-F238E27FC236}">
                <a16:creationId xmlns:a16="http://schemas.microsoft.com/office/drawing/2014/main" id="{8DAF4A83-540B-43B8-B705-4A2398CC1C84}"/>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11 · VERIFIED RESULTS</a:t>
            </a:r>
          </a:p>
        </p:txBody>
      </p:sp>
      <p:sp>
        <p:nvSpPr>
          <p:cNvPr id="2" name="title">
            <a:extLst xmlns:a="http://schemas.openxmlformats.org/drawingml/2006/main">
              <a:ext uri="{FF2B5EF4-FFF2-40B4-BE49-F238E27FC236}">
                <a16:creationId xmlns:a16="http://schemas.microsoft.com/office/drawing/2014/main" id="{28731B15-CD16-4F7F-8CBE-19793A45A27F}"/>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완료한 기능과 더 개선할 부분을 나눠 확인했다</a:t>
            </a:r>
          </a:p>
        </p:txBody>
      </p:sp>
      <p:sp>
        <p:nvSpPr>
          <p:cNvPr id="3" name="footer">
            <a:extLst xmlns:a="http://schemas.openxmlformats.org/drawingml/2006/main">
              <a:ext uri="{FF2B5EF4-FFF2-40B4-BE49-F238E27FC236}">
                <a16:creationId xmlns:a16="http://schemas.microsoft.com/office/drawing/2014/main" id="{984EBC56-6E30-45B4-A920-6CBFF423AFF2}"/>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DBB0FCA6-441A-4B23-A8AC-677DBAD2F03E}"/>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12</a:t>
            </a:r>
          </a:p>
        </p:txBody>
      </p:sp>
      <p:sp>
        <p:nvSpPr>
          <p:cNvPr id="5" name="ok0">
            <a:extLst xmlns:a="http://schemas.openxmlformats.org/drawingml/2006/main">
              <a:ext uri="{FF2B5EF4-FFF2-40B4-BE49-F238E27FC236}">
                <a16:creationId xmlns:a16="http://schemas.microsoft.com/office/drawing/2014/main" id="{2C6EEBFA-A7E0-4543-B340-67F5B595364E}"/>
              </a:ext>
            </a:extLst>
          </p:cNvPr>
          <p:cNvSpPr>
            <a:spLocks xmlns:a="http://schemas.openxmlformats.org/drawingml/2006/main" noGrp="1"/>
          </p:cNvSpPr>
          <p:nvPr/>
        </p:nvSpPr>
        <p:spPr>
          <a:xfrm xmlns:a="http://schemas.openxmlformats.org/drawingml/2006/main">
            <a:off x="914400" y="2114550"/>
            <a:ext cx="5334000" cy="128587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6" name="okh0">
            <a:extLst xmlns:a="http://schemas.openxmlformats.org/drawingml/2006/main">
              <a:ext uri="{FF2B5EF4-FFF2-40B4-BE49-F238E27FC236}">
                <a16:creationId xmlns:a16="http://schemas.microsoft.com/office/drawing/2014/main" id="{298AE881-6042-4F96-AA79-332C2C3EF6FA}"/>
              </a:ext>
            </a:extLst>
          </p:cNvPr>
          <p:cNvSpPr>
            <a:spLocks xmlns:a="http://schemas.openxmlformats.org/drawingml/2006/main" noGrp="1"/>
          </p:cNvSpPr>
          <p:nvPr/>
        </p:nvSpPr>
        <p:spPr>
          <a:xfrm xmlns:a="http://schemas.openxmlformats.org/drawingml/2006/main">
            <a:off x="1143000" y="22860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1412"/>
                </a:solidFill>
              </a:defRPr>
            </a:pPr>
            <a:r>
              <a:rPr sz="1500" b="1">
                <a:solidFill>
                  <a:srgbClr val="171412"/>
                </a:solidFill>
              </a:rPr>
              <a:t>고정 채널 OTA</a:t>
            </a:r>
          </a:p>
        </p:txBody>
      </p:sp>
      <p:sp>
        <p:nvSpPr>
          <p:cNvPr id="7" name="okb0">
            <a:extLst xmlns:a="http://schemas.openxmlformats.org/drawingml/2006/main">
              <a:ext uri="{FF2B5EF4-FFF2-40B4-BE49-F238E27FC236}">
                <a16:creationId xmlns:a16="http://schemas.microsoft.com/office/drawing/2014/main" id="{57D6962F-68DD-4B07-BCAF-66A672DE645F}"/>
              </a:ext>
            </a:extLst>
          </p:cNvPr>
          <p:cNvSpPr>
            <a:spLocks xmlns:a="http://schemas.openxmlformats.org/drawingml/2006/main" noGrp="1"/>
          </p:cNvSpPr>
          <p:nvPr/>
        </p:nvSpPr>
        <p:spPr>
          <a:xfrm xmlns:a="http://schemas.openxmlformats.org/drawingml/2006/main">
            <a:off x="3390900" y="228600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F6A65"/>
                </a:solidFill>
              </a:defRPr>
            </a:pPr>
            <a:r>
              <a:rPr sz="1350" b="1">
                <a:solidFill>
                  <a:srgbClr val="6F6A65"/>
                </a:solidFill>
              </a:rPr>
              <a:t>7,829 / 7,829 packet</a:t>
            </a:r>
          </a:p>
          <a:p xmlns:a="http://schemas.openxmlformats.org/drawingml/2006/main">
            <a:pPr algn="r">
              <a:defRPr sz="1350" b="1">
                <a:solidFill>
                  <a:srgbClr val="6F6A65"/>
                </a:solidFill>
              </a:defRPr>
            </a:pPr>
            <a:r>
              <a:rPr sz="1350" b="1">
                <a:solidFill>
                  <a:srgbClr val="6F6A65"/>
                </a:solidFill>
              </a:rPr>
              <a:t>SHA-256 일치</a:t>
            </a:r>
          </a:p>
        </p:txBody>
      </p:sp>
      <p:sp>
        <p:nvSpPr>
          <p:cNvPr id="8" name="ok1">
            <a:extLst xmlns:a="http://schemas.openxmlformats.org/drawingml/2006/main">
              <a:ext uri="{FF2B5EF4-FFF2-40B4-BE49-F238E27FC236}">
                <a16:creationId xmlns:a16="http://schemas.microsoft.com/office/drawing/2014/main" id="{2B69303D-521E-4C96-879B-489FEED1E628}"/>
              </a:ext>
            </a:extLst>
          </p:cNvPr>
          <p:cNvSpPr>
            <a:spLocks xmlns:a="http://schemas.openxmlformats.org/drawingml/2006/main" noGrp="1"/>
          </p:cNvSpPr>
          <p:nvPr/>
        </p:nvSpPr>
        <p:spPr>
          <a:xfrm xmlns:a="http://schemas.openxmlformats.org/drawingml/2006/main">
            <a:off x="6858000" y="2114550"/>
            <a:ext cx="5334000" cy="128587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9" name="okh1">
            <a:extLst xmlns:a="http://schemas.openxmlformats.org/drawingml/2006/main">
              <a:ext uri="{FF2B5EF4-FFF2-40B4-BE49-F238E27FC236}">
                <a16:creationId xmlns:a16="http://schemas.microsoft.com/office/drawing/2014/main" id="{4722B90F-E351-4287-9F8A-AF86DFDD1EB4}"/>
              </a:ext>
            </a:extLst>
          </p:cNvPr>
          <p:cNvSpPr>
            <a:spLocks xmlns:a="http://schemas.openxmlformats.org/drawingml/2006/main" noGrp="1"/>
          </p:cNvSpPr>
          <p:nvPr/>
        </p:nvSpPr>
        <p:spPr>
          <a:xfrm xmlns:a="http://schemas.openxmlformats.org/drawingml/2006/main">
            <a:off x="7086600" y="22860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1412"/>
                </a:solidFill>
              </a:defRPr>
            </a:pPr>
            <a:r>
              <a:rPr sz="1500" b="1">
                <a:solidFill>
                  <a:srgbClr val="171412"/>
                </a:solidFill>
              </a:rPr>
              <a:t>FHSS 배포</a:t>
            </a:r>
          </a:p>
        </p:txBody>
      </p:sp>
      <p:sp>
        <p:nvSpPr>
          <p:cNvPr id="10" name="okb1">
            <a:extLst xmlns:a="http://schemas.openxmlformats.org/drawingml/2006/main">
              <a:ext uri="{FF2B5EF4-FFF2-40B4-BE49-F238E27FC236}">
                <a16:creationId xmlns:a16="http://schemas.microsoft.com/office/drawing/2014/main" id="{E91DCB3D-85F4-41AB-BD68-CF18C9F84BE5}"/>
              </a:ext>
            </a:extLst>
          </p:cNvPr>
          <p:cNvSpPr>
            <a:spLocks xmlns:a="http://schemas.openxmlformats.org/drawingml/2006/main" noGrp="1"/>
          </p:cNvSpPr>
          <p:nvPr/>
        </p:nvSpPr>
        <p:spPr>
          <a:xfrm xmlns:a="http://schemas.openxmlformats.org/drawingml/2006/main">
            <a:off x="9334500" y="228600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F6A65"/>
                </a:solidFill>
              </a:defRPr>
            </a:pPr>
            <a:r>
              <a:rPr sz="1350" b="1">
                <a:solidFill>
                  <a:srgbClr val="6F6A65"/>
                </a:solidFill>
              </a:rPr>
              <a:t>CONFIG · ACTIVATE</a:t>
            </a:r>
          </a:p>
          <a:p xmlns:a="http://schemas.openxmlformats.org/drawingml/2006/main">
            <a:pPr algn="r">
              <a:defRPr sz="1350" b="1">
                <a:solidFill>
                  <a:srgbClr val="6F6A65"/>
                </a:solidFill>
              </a:defRPr>
            </a:pPr>
            <a:r>
              <a:rPr sz="1350" b="1">
                <a:solidFill>
                  <a:srgbClr val="6F6A65"/>
                </a:solidFill>
              </a:rPr>
              <a:t>대상 ACK 확인</a:t>
            </a:r>
          </a:p>
        </p:txBody>
      </p:sp>
      <p:sp>
        <p:nvSpPr>
          <p:cNvPr id="11" name="ok2">
            <a:extLst xmlns:a="http://schemas.openxmlformats.org/drawingml/2006/main">
              <a:ext uri="{FF2B5EF4-FFF2-40B4-BE49-F238E27FC236}">
                <a16:creationId xmlns:a16="http://schemas.microsoft.com/office/drawing/2014/main" id="{64C778CC-E901-4C4B-95E1-2456FB4C0FA0}"/>
              </a:ext>
            </a:extLst>
          </p:cNvPr>
          <p:cNvSpPr>
            <a:spLocks xmlns:a="http://schemas.openxmlformats.org/drawingml/2006/main" noGrp="1"/>
          </p:cNvSpPr>
          <p:nvPr/>
        </p:nvSpPr>
        <p:spPr>
          <a:xfrm xmlns:a="http://schemas.openxmlformats.org/drawingml/2006/main">
            <a:off x="914400" y="3733800"/>
            <a:ext cx="5334000" cy="1285875"/>
          </a:xfrm>
          <a:prstGeom xmlns:a="http://schemas.openxmlformats.org/drawingml/2006/main" prst="rect">
            <a:avLst/>
          </a:prstGeom>
          <a:solidFill xmlns:a="http://schemas.openxmlformats.org/drawingml/2006/main">
            <a:srgbClr val="EEF7F2"/>
          </a:solidFill>
          <a:ln xmlns:a="http://schemas.openxmlformats.org/drawingml/2006/main" w="11430">
            <a:solidFill>
              <a:srgbClr val="237A57"/>
            </a:solidFill>
            <a:prstDash val="solid"/>
          </a:ln>
        </p:spPr>
      </p:sp>
      <p:sp>
        <p:nvSpPr>
          <p:cNvPr id="12" name="okh2">
            <a:extLst xmlns:a="http://schemas.openxmlformats.org/drawingml/2006/main">
              <a:ext uri="{FF2B5EF4-FFF2-40B4-BE49-F238E27FC236}">
                <a16:creationId xmlns:a16="http://schemas.microsoft.com/office/drawing/2014/main" id="{4DCCD6A4-C0AE-459A-8C2C-7CCB488EF566}"/>
              </a:ext>
            </a:extLst>
          </p:cNvPr>
          <p:cNvSpPr>
            <a:spLocks xmlns:a="http://schemas.openxmlformats.org/drawingml/2006/main" noGrp="1"/>
          </p:cNvSpPr>
          <p:nvPr/>
        </p:nvSpPr>
        <p:spPr>
          <a:xfrm xmlns:a="http://schemas.openxmlformats.org/drawingml/2006/main">
            <a:off x="1143000" y="39052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37A57"/>
                </a:solidFill>
              </a:defRPr>
            </a:pPr>
            <a:r>
              <a:rPr sz="1500" b="1">
                <a:solidFill>
                  <a:srgbClr val="237A57"/>
                </a:solidFill>
              </a:rPr>
              <a:t>동기 추적</a:t>
            </a:r>
          </a:p>
        </p:txBody>
      </p:sp>
      <p:sp>
        <p:nvSpPr>
          <p:cNvPr id="13" name="okb2">
            <a:extLst xmlns:a="http://schemas.openxmlformats.org/drawingml/2006/main">
              <a:ext uri="{FF2B5EF4-FFF2-40B4-BE49-F238E27FC236}">
                <a16:creationId xmlns:a16="http://schemas.microsoft.com/office/drawing/2014/main" id="{D3CD77A3-A504-45B0-BAE7-01CABCEF1CC2}"/>
              </a:ext>
            </a:extLst>
          </p:cNvPr>
          <p:cNvSpPr>
            <a:spLocks xmlns:a="http://schemas.openxmlformats.org/drawingml/2006/main" noGrp="1"/>
          </p:cNvSpPr>
          <p:nvPr/>
        </p:nvSpPr>
        <p:spPr>
          <a:xfrm xmlns:a="http://schemas.openxmlformats.org/drawingml/2006/main">
            <a:off x="3390900" y="39052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F6A65"/>
                </a:solidFill>
              </a:defRPr>
            </a:pPr>
            <a:r>
              <a:rPr sz="1350" b="1">
                <a:solidFill>
                  <a:srgbClr val="6F6A65"/>
                </a:solidFill>
              </a:rPr>
              <a:t>SYNC_ACQUIRED → TRACKING</a:t>
            </a:r>
          </a:p>
          <a:p xmlns:a="http://schemas.openxmlformats.org/drawingml/2006/main">
            <a:pPr algn="r">
              <a:defRPr sz="1350" b="1">
                <a:solidFill>
                  <a:srgbClr val="6F6A65"/>
                </a:solidFill>
              </a:defRPr>
            </a:pPr>
            <a:r>
              <a:rPr sz="1350" b="1">
                <a:solidFill>
                  <a:srgbClr val="6F6A65"/>
                </a:solidFill>
              </a:rPr>
              <a:t>-22 ~ +18 μs</a:t>
            </a:r>
          </a:p>
        </p:txBody>
      </p:sp>
      <p:sp>
        <p:nvSpPr>
          <p:cNvPr id="14" name="ok3">
            <a:extLst xmlns:a="http://schemas.openxmlformats.org/drawingml/2006/main">
              <a:ext uri="{FF2B5EF4-FFF2-40B4-BE49-F238E27FC236}">
                <a16:creationId xmlns:a16="http://schemas.microsoft.com/office/drawing/2014/main" id="{FAA3398D-A336-4A66-BC9E-7B320B5EBA43}"/>
              </a:ext>
            </a:extLst>
          </p:cNvPr>
          <p:cNvSpPr>
            <a:spLocks xmlns:a="http://schemas.openxmlformats.org/drawingml/2006/main" noGrp="1"/>
          </p:cNvSpPr>
          <p:nvPr/>
        </p:nvSpPr>
        <p:spPr>
          <a:xfrm xmlns:a="http://schemas.openxmlformats.org/drawingml/2006/main">
            <a:off x="6858000" y="3733800"/>
            <a:ext cx="5334000" cy="128587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5" name="okh3">
            <a:extLst xmlns:a="http://schemas.openxmlformats.org/drawingml/2006/main">
              <a:ext uri="{FF2B5EF4-FFF2-40B4-BE49-F238E27FC236}">
                <a16:creationId xmlns:a16="http://schemas.microsoft.com/office/drawing/2014/main" id="{64015047-FB24-4CB2-B82B-EBAD624CEF78}"/>
              </a:ext>
            </a:extLst>
          </p:cNvPr>
          <p:cNvSpPr>
            <a:spLocks xmlns:a="http://schemas.openxmlformats.org/drawingml/2006/main" noGrp="1"/>
          </p:cNvSpPr>
          <p:nvPr/>
        </p:nvSpPr>
        <p:spPr>
          <a:xfrm xmlns:a="http://schemas.openxmlformats.org/drawingml/2006/main">
            <a:off x="7086600" y="39052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1412"/>
                </a:solidFill>
              </a:defRPr>
            </a:pPr>
            <a:r>
              <a:rPr sz="1500" b="1">
                <a:solidFill>
                  <a:srgbClr val="171412"/>
                </a:solidFill>
              </a:rPr>
              <a:t>RF 상태</a:t>
            </a:r>
          </a:p>
        </p:txBody>
      </p:sp>
      <p:sp>
        <p:nvSpPr>
          <p:cNvPr id="16" name="okb3">
            <a:extLst xmlns:a="http://schemas.openxmlformats.org/drawingml/2006/main">
              <a:ext uri="{FF2B5EF4-FFF2-40B4-BE49-F238E27FC236}">
                <a16:creationId xmlns:a16="http://schemas.microsoft.com/office/drawing/2014/main" id="{2AFEC95E-BF3F-4AAB-83FE-F3D484DDA689}"/>
              </a:ext>
            </a:extLst>
          </p:cNvPr>
          <p:cNvSpPr>
            <a:spLocks xmlns:a="http://schemas.openxmlformats.org/drawingml/2006/main" noGrp="1"/>
          </p:cNvSpPr>
          <p:nvPr/>
        </p:nvSpPr>
        <p:spPr>
          <a:xfrm xmlns:a="http://schemas.openxmlformats.org/drawingml/2006/main">
            <a:off x="9334500" y="39052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F6A65"/>
                </a:solidFill>
              </a:defRPr>
            </a:pPr>
            <a:r>
              <a:rPr sz="1350" b="1">
                <a:solidFill>
                  <a:srgbClr val="6F6A65"/>
                </a:solidFill>
              </a:rPr>
              <a:t>RSSI 약 -48 / -49 dBm</a:t>
            </a:r>
          </a:p>
          <a:p xmlns:a="http://schemas.openxmlformats.org/drawingml/2006/main">
            <a:pPr algn="r">
              <a:defRPr sz="1350" b="1">
                <a:solidFill>
                  <a:srgbClr val="6F6A65"/>
                </a:solidFill>
              </a:defRPr>
            </a:pPr>
            <a:r>
              <a:rPr sz="1350" b="1">
                <a:solidFill>
                  <a:srgbClr val="6F6A65"/>
                </a:solidFill>
              </a:rPr>
              <a:t>CRC 정상</a:t>
            </a:r>
          </a:p>
        </p:txBody>
      </p:sp>
      <p:sp>
        <p:nvSpPr>
          <p:cNvPr id="17" name="now-h">
            <a:extLst xmlns:a="http://schemas.openxmlformats.org/drawingml/2006/main">
              <a:ext uri="{FF2B5EF4-FFF2-40B4-BE49-F238E27FC236}">
                <a16:creationId xmlns:a16="http://schemas.microsoft.com/office/drawing/2014/main" id="{AA87C640-75CD-48DD-AA5C-2D0962DE4F72}"/>
              </a:ext>
            </a:extLst>
          </p:cNvPr>
          <p:cNvSpPr>
            <a:spLocks xmlns:a="http://schemas.openxmlformats.org/drawingml/2006/main" noGrp="1"/>
          </p:cNvSpPr>
          <p:nvPr/>
        </p:nvSpPr>
        <p:spPr>
          <a:xfrm xmlns:a="http://schemas.openxmlformats.org/drawingml/2006/main">
            <a:off x="914400" y="57150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C84308"/>
                </a:solidFill>
              </a:defRPr>
            </a:pPr>
            <a:r>
              <a:rPr sz="1725" b="1">
                <a:solidFill>
                  <a:srgbClr val="C84308"/>
                </a:solidFill>
              </a:rPr>
              <a:t>현재 판단</a:t>
            </a:r>
          </a:p>
        </p:txBody>
      </p:sp>
      <p:sp>
        <p:nvSpPr>
          <p:cNvPr id="18" name="now-b">
            <a:extLst xmlns:a="http://schemas.openxmlformats.org/drawingml/2006/main">
              <a:ext uri="{FF2B5EF4-FFF2-40B4-BE49-F238E27FC236}">
                <a16:creationId xmlns:a16="http://schemas.microsoft.com/office/drawing/2014/main" id="{F4AB61E5-FE27-4FC6-97DC-170B06EBB29A}"/>
              </a:ext>
            </a:extLst>
          </p:cNvPr>
          <p:cNvSpPr>
            <a:spLocks xmlns:a="http://schemas.openxmlformats.org/drawingml/2006/main" noGrp="1"/>
          </p:cNvSpPr>
          <p:nvPr/>
        </p:nvSpPr>
        <p:spPr>
          <a:xfrm xmlns:a="http://schemas.openxmlformats.org/drawingml/2006/main">
            <a:off x="2857500" y="5657850"/>
            <a:ext cx="994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FHSS 제어·동기화는 실기기에서 확인했으며, 호핑 중 대용량 OTA 처리량은 계속 최적화 중</a:t>
            </a:r>
          </a:p>
        </p:txBody>
      </p:sp>
      <p:sp>
        <p:nvSpPr>
          <p:cNvPr id="19" name="truth">
            <a:extLst xmlns:a="http://schemas.openxmlformats.org/drawingml/2006/main">
              <a:ext uri="{FF2B5EF4-FFF2-40B4-BE49-F238E27FC236}">
                <a16:creationId xmlns:a16="http://schemas.microsoft.com/office/drawing/2014/main" id="{0B1808F6-8372-4D1F-8EF0-27EE2F31ED54}"/>
              </a:ext>
            </a:extLst>
          </p:cNvPr>
          <p:cNvSpPr>
            <a:spLocks xmlns:a="http://schemas.openxmlformats.org/drawingml/2006/main" noGrp="1"/>
          </p:cNvSpPr>
          <p:nvPr/>
        </p:nvSpPr>
        <p:spPr>
          <a:xfrm xmlns:a="http://schemas.openxmlformats.org/drawingml/2006/main">
            <a:off x="914400" y="6457950"/>
            <a:ext cx="11887200" cy="45720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20" name="truth-t">
            <a:extLst xmlns:a="http://schemas.openxmlformats.org/drawingml/2006/main">
              <a:ext uri="{FF2B5EF4-FFF2-40B4-BE49-F238E27FC236}">
                <a16:creationId xmlns:a16="http://schemas.microsoft.com/office/drawing/2014/main" id="{147096A6-A3A0-4733-9A52-61A4899DE691}"/>
              </a:ext>
            </a:extLst>
          </p:cNvPr>
          <p:cNvSpPr>
            <a:spLocks xmlns:a="http://schemas.openxmlformats.org/drawingml/2006/main" noGrp="1"/>
          </p:cNvSpPr>
          <p:nvPr/>
        </p:nvSpPr>
        <p:spPr>
          <a:xfrm xmlns:a="http://schemas.openxmlformats.org/drawingml/2006/main">
            <a:off x="1143000" y="6457950"/>
            <a:ext cx="1143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C84308"/>
                </a:solidFill>
              </a:defRPr>
            </a:pPr>
            <a:r>
              <a:rPr sz="1350" b="1">
                <a:solidFill>
                  <a:srgbClr val="C84308"/>
                </a:solidFill>
              </a:rPr>
              <a:t>발표 원칙  |  ‘구현됨’, ‘실기기 검증됨’, ‘최적화 중’을 분리해 설명</a:t>
            </a:r>
          </a:p>
        </p:txBody>
      </p:sp>
    </p:spTree>
    <p:extLst>
      <p:ext uri="{BB962C8B-B14F-4D97-AF65-F5344CB8AC3E}">
        <p14:creationId xmlns:p14="http://schemas.microsoft.com/office/powerpoint/2010/main" val="1159863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eyebrow">
            <a:extLst xmlns:a="http://schemas.openxmlformats.org/drawingml/2006/main">
              <a:ext uri="{FF2B5EF4-FFF2-40B4-BE49-F238E27FC236}">
                <a16:creationId xmlns:a16="http://schemas.microsoft.com/office/drawing/2014/main" id="{8DD40370-1B11-43FF-B91B-D54986BCF49F}"/>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12 · CONCLUSION</a:t>
            </a:r>
          </a:p>
        </p:txBody>
      </p:sp>
      <p:sp>
        <p:nvSpPr>
          <p:cNvPr id="2" name="title">
            <a:extLst xmlns:a="http://schemas.openxmlformats.org/drawingml/2006/main">
              <a:ext uri="{FF2B5EF4-FFF2-40B4-BE49-F238E27FC236}">
                <a16:creationId xmlns:a16="http://schemas.microsoft.com/office/drawing/2014/main" id="{5268B3E9-AABF-445A-94E0-09F18CE3437A}"/>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역할을 나눠 음성과 OTA를 한 무전기에 담았다</a:t>
            </a:r>
          </a:p>
        </p:txBody>
      </p:sp>
      <p:sp>
        <p:nvSpPr>
          <p:cNvPr id="3" name="footer">
            <a:extLst xmlns:a="http://schemas.openxmlformats.org/drawingml/2006/main">
              <a:ext uri="{FF2B5EF4-FFF2-40B4-BE49-F238E27FC236}">
                <a16:creationId xmlns:a16="http://schemas.microsoft.com/office/drawing/2014/main" id="{772BEE3C-399E-4A3B-95C8-609F050EDA85}"/>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3AADFE01-22DA-4A55-BBC6-445B4594565F}"/>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13</a:t>
            </a:r>
          </a:p>
        </p:txBody>
      </p:sp>
      <p:sp>
        <p:nvSpPr>
          <p:cNvPr id="5" name="cn0">
            <a:extLst xmlns:a="http://schemas.openxmlformats.org/drawingml/2006/main">
              <a:ext uri="{FF2B5EF4-FFF2-40B4-BE49-F238E27FC236}">
                <a16:creationId xmlns:a16="http://schemas.microsoft.com/office/drawing/2014/main" id="{88973256-7306-41D3-8F4F-6612567C9E32}"/>
              </a:ext>
            </a:extLst>
          </p:cNvPr>
          <p:cNvSpPr>
            <a:spLocks xmlns:a="http://schemas.openxmlformats.org/drawingml/2006/main" noGrp="1"/>
          </p:cNvSpPr>
          <p:nvPr/>
        </p:nvSpPr>
        <p:spPr>
          <a:xfrm xmlns:a="http://schemas.openxmlformats.org/drawingml/2006/main">
            <a:off x="914400" y="20478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1</a:t>
            </a:r>
          </a:p>
        </p:txBody>
      </p:sp>
      <p:sp>
        <p:nvSpPr>
          <p:cNvPr id="6" name="cbg0">
            <a:extLst xmlns:a="http://schemas.openxmlformats.org/drawingml/2006/main">
              <a:ext uri="{FF2B5EF4-FFF2-40B4-BE49-F238E27FC236}">
                <a16:creationId xmlns:a16="http://schemas.microsoft.com/office/drawing/2014/main" id="{B8AEB2D6-A018-4D44-8332-11B25B2AD9CA}"/>
              </a:ext>
            </a:extLst>
          </p:cNvPr>
          <p:cNvSpPr>
            <a:spLocks xmlns:a="http://schemas.openxmlformats.org/drawingml/2006/main" noGrp="1"/>
          </p:cNvSpPr>
          <p:nvPr/>
        </p:nvSpPr>
        <p:spPr>
          <a:xfrm xmlns:a="http://schemas.openxmlformats.org/drawingml/2006/main">
            <a:off x="914400" y="2047875"/>
            <a:ext cx="419100" cy="41910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7" name="ch0">
            <a:extLst xmlns:a="http://schemas.openxmlformats.org/drawingml/2006/main">
              <a:ext uri="{FF2B5EF4-FFF2-40B4-BE49-F238E27FC236}">
                <a16:creationId xmlns:a16="http://schemas.microsoft.com/office/drawing/2014/main" id="{985FFCE2-8799-47EB-9F92-FC4B7F8A955C}"/>
              </a:ext>
            </a:extLst>
          </p:cNvPr>
          <p:cNvSpPr>
            <a:spLocks xmlns:a="http://schemas.openxmlformats.org/drawingml/2006/main" noGrp="1"/>
          </p:cNvSpPr>
          <p:nvPr/>
        </p:nvSpPr>
        <p:spPr>
          <a:xfrm xmlns:a="http://schemas.openxmlformats.org/drawingml/2006/main">
            <a:off x="1619250" y="204787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공통 규칙</a:t>
            </a:r>
          </a:p>
        </p:txBody>
      </p:sp>
      <p:sp>
        <p:nvSpPr>
          <p:cNvPr id="8" name="cc0">
            <a:extLst xmlns:a="http://schemas.openxmlformats.org/drawingml/2006/main">
              <a:ext uri="{FF2B5EF4-FFF2-40B4-BE49-F238E27FC236}">
                <a16:creationId xmlns:a16="http://schemas.microsoft.com/office/drawing/2014/main" id="{3D9852BD-CA06-49F6-91B5-7E2866C17BDF}"/>
              </a:ext>
            </a:extLst>
          </p:cNvPr>
          <p:cNvSpPr>
            <a:spLocks xmlns:a="http://schemas.openxmlformats.org/drawingml/2006/main" noGrp="1"/>
          </p:cNvSpPr>
          <p:nvPr/>
        </p:nvSpPr>
        <p:spPr>
          <a:xfrm xmlns:a="http://schemas.openxmlformats.org/drawingml/2006/main">
            <a:off x="4333875" y="2047875"/>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ota-protocol로 wire format과 알고리즘 버전 통일</a:t>
            </a:r>
          </a:p>
        </p:txBody>
      </p:sp>
      <p:sp>
        <p:nvSpPr>
          <p:cNvPr id="9" name="cn1">
            <a:extLst xmlns:a="http://schemas.openxmlformats.org/drawingml/2006/main">
              <a:ext uri="{FF2B5EF4-FFF2-40B4-BE49-F238E27FC236}">
                <a16:creationId xmlns:a16="http://schemas.microsoft.com/office/drawing/2014/main" id="{843C8CF8-5748-430A-91B3-0E2D17863031}"/>
              </a:ext>
            </a:extLst>
          </p:cNvPr>
          <p:cNvSpPr>
            <a:spLocks xmlns:a="http://schemas.openxmlformats.org/drawingml/2006/main" noGrp="1"/>
          </p:cNvSpPr>
          <p:nvPr/>
        </p:nvSpPr>
        <p:spPr>
          <a:xfrm xmlns:a="http://schemas.openxmlformats.org/drawingml/2006/main">
            <a:off x="914400" y="29241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2</a:t>
            </a:r>
          </a:p>
        </p:txBody>
      </p:sp>
      <p:sp>
        <p:nvSpPr>
          <p:cNvPr id="10" name="cbg1">
            <a:extLst xmlns:a="http://schemas.openxmlformats.org/drawingml/2006/main">
              <a:ext uri="{FF2B5EF4-FFF2-40B4-BE49-F238E27FC236}">
                <a16:creationId xmlns:a16="http://schemas.microsoft.com/office/drawing/2014/main" id="{40D01C21-5227-4001-AC43-4E7EB4CF6989}"/>
              </a:ext>
            </a:extLst>
          </p:cNvPr>
          <p:cNvSpPr>
            <a:spLocks xmlns:a="http://schemas.openxmlformats.org/drawingml/2006/main" noGrp="1"/>
          </p:cNvSpPr>
          <p:nvPr/>
        </p:nvSpPr>
        <p:spPr>
          <a:xfrm xmlns:a="http://schemas.openxmlformats.org/drawingml/2006/main">
            <a:off x="914400" y="2924175"/>
            <a:ext cx="419100" cy="41910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1" name="ch1">
            <a:extLst xmlns:a="http://schemas.openxmlformats.org/drawingml/2006/main">
              <a:ext uri="{FF2B5EF4-FFF2-40B4-BE49-F238E27FC236}">
                <a16:creationId xmlns:a16="http://schemas.microsoft.com/office/drawing/2014/main" id="{6C486B02-3925-439A-B177-C3D47D629B8B}"/>
              </a:ext>
            </a:extLst>
          </p:cNvPr>
          <p:cNvSpPr>
            <a:spLocks xmlns:a="http://schemas.openxmlformats.org/drawingml/2006/main" noGrp="1"/>
          </p:cNvSpPr>
          <p:nvPr/>
        </p:nvSpPr>
        <p:spPr>
          <a:xfrm xmlns:a="http://schemas.openxmlformats.org/drawingml/2006/main">
            <a:off x="1619250" y="292417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커널 시간 제어</a:t>
            </a:r>
          </a:p>
        </p:txBody>
      </p:sp>
      <p:sp>
        <p:nvSpPr>
          <p:cNvPr id="12" name="cc1">
            <a:extLst xmlns:a="http://schemas.openxmlformats.org/drawingml/2006/main">
              <a:ext uri="{FF2B5EF4-FFF2-40B4-BE49-F238E27FC236}">
                <a16:creationId xmlns:a16="http://schemas.microsoft.com/office/drawing/2014/main" id="{A71D8D1B-0307-4539-98E8-ADB58AB36DE7}"/>
              </a:ext>
            </a:extLst>
          </p:cNvPr>
          <p:cNvSpPr>
            <a:spLocks xmlns:a="http://schemas.openxmlformats.org/drawingml/2006/main" noGrp="1"/>
          </p:cNvSpPr>
          <p:nvPr/>
        </p:nvSpPr>
        <p:spPr>
          <a:xfrm xmlns:a="http://schemas.openxmlformats.org/drawingml/2006/main">
            <a:off x="4333875" y="2924175"/>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드라이버가 채널 전환·SYNC·복구·송신 충돌 관리</a:t>
            </a:r>
          </a:p>
        </p:txBody>
      </p:sp>
      <p:sp>
        <p:nvSpPr>
          <p:cNvPr id="13" name="cn2">
            <a:extLst xmlns:a="http://schemas.openxmlformats.org/drawingml/2006/main">
              <a:ext uri="{FF2B5EF4-FFF2-40B4-BE49-F238E27FC236}">
                <a16:creationId xmlns:a16="http://schemas.microsoft.com/office/drawing/2014/main" id="{4D28E9A2-3DA8-4565-B9B3-EDB70B384A38}"/>
              </a:ext>
            </a:extLst>
          </p:cNvPr>
          <p:cNvSpPr>
            <a:spLocks xmlns:a="http://schemas.openxmlformats.org/drawingml/2006/main" noGrp="1"/>
          </p:cNvSpPr>
          <p:nvPr/>
        </p:nvSpPr>
        <p:spPr>
          <a:xfrm xmlns:a="http://schemas.openxmlformats.org/drawingml/2006/main">
            <a:off x="914400" y="38004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3</a:t>
            </a:r>
          </a:p>
        </p:txBody>
      </p:sp>
      <p:sp>
        <p:nvSpPr>
          <p:cNvPr id="14" name="cbg2">
            <a:extLst xmlns:a="http://schemas.openxmlformats.org/drawingml/2006/main">
              <a:ext uri="{FF2B5EF4-FFF2-40B4-BE49-F238E27FC236}">
                <a16:creationId xmlns:a16="http://schemas.microsoft.com/office/drawing/2014/main" id="{5997E711-D365-49AA-9B0E-E71ADE5E47C9}"/>
              </a:ext>
            </a:extLst>
          </p:cNvPr>
          <p:cNvSpPr>
            <a:spLocks xmlns:a="http://schemas.openxmlformats.org/drawingml/2006/main" noGrp="1"/>
          </p:cNvSpPr>
          <p:nvPr/>
        </p:nvSpPr>
        <p:spPr>
          <a:xfrm xmlns:a="http://schemas.openxmlformats.org/drawingml/2006/main">
            <a:off x="914400" y="3800475"/>
            <a:ext cx="419100" cy="41910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5" name="ch2">
            <a:extLst xmlns:a="http://schemas.openxmlformats.org/drawingml/2006/main">
              <a:ext uri="{FF2B5EF4-FFF2-40B4-BE49-F238E27FC236}">
                <a16:creationId xmlns:a16="http://schemas.microsoft.com/office/drawing/2014/main" id="{6A592B66-5BAC-4C22-AEAB-D2D751B14231}"/>
              </a:ext>
            </a:extLst>
          </p:cNvPr>
          <p:cNvSpPr>
            <a:spLocks xmlns:a="http://schemas.openxmlformats.org/drawingml/2006/main" noGrp="1"/>
          </p:cNvSpPr>
          <p:nvPr/>
        </p:nvSpPr>
        <p:spPr>
          <a:xfrm xmlns:a="http://schemas.openxmlformats.org/drawingml/2006/main">
            <a:off x="1619250" y="380047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안전한 적용</a:t>
            </a:r>
          </a:p>
        </p:txBody>
      </p:sp>
      <p:sp>
        <p:nvSpPr>
          <p:cNvPr id="16" name="cc2">
            <a:extLst xmlns:a="http://schemas.openxmlformats.org/drawingml/2006/main">
              <a:ext uri="{FF2B5EF4-FFF2-40B4-BE49-F238E27FC236}">
                <a16:creationId xmlns:a16="http://schemas.microsoft.com/office/drawing/2014/main" id="{AFB44D3A-E636-465E-B953-F834972DCEF7}"/>
              </a:ext>
            </a:extLst>
          </p:cNvPr>
          <p:cNvSpPr>
            <a:spLocks xmlns:a="http://schemas.openxmlformats.org/drawingml/2006/main" noGrp="1"/>
          </p:cNvSpPr>
          <p:nvPr/>
        </p:nvSpPr>
        <p:spPr>
          <a:xfrm xmlns:a="http://schemas.openxmlformats.org/drawingml/2006/main">
            <a:off x="4333875" y="3800475"/>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Gateway 재전송 FSM과 ESP32 dual-partition 검증</a:t>
            </a:r>
          </a:p>
        </p:txBody>
      </p:sp>
      <p:sp>
        <p:nvSpPr>
          <p:cNvPr id="17" name="cn3">
            <a:extLst xmlns:a="http://schemas.openxmlformats.org/drawingml/2006/main">
              <a:ext uri="{FF2B5EF4-FFF2-40B4-BE49-F238E27FC236}">
                <a16:creationId xmlns:a16="http://schemas.microsoft.com/office/drawing/2014/main" id="{26751869-DA9C-4027-B79C-107FC36C3F41}"/>
              </a:ext>
            </a:extLst>
          </p:cNvPr>
          <p:cNvSpPr>
            <a:spLocks xmlns:a="http://schemas.openxmlformats.org/drawingml/2006/main" noGrp="1"/>
          </p:cNvSpPr>
          <p:nvPr/>
        </p:nvSpPr>
        <p:spPr>
          <a:xfrm xmlns:a="http://schemas.openxmlformats.org/drawingml/2006/main">
            <a:off x="914400" y="46767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4</a:t>
            </a:r>
          </a:p>
        </p:txBody>
      </p:sp>
      <p:sp>
        <p:nvSpPr>
          <p:cNvPr id="18" name="cbg3">
            <a:extLst xmlns:a="http://schemas.openxmlformats.org/drawingml/2006/main">
              <a:ext uri="{FF2B5EF4-FFF2-40B4-BE49-F238E27FC236}">
                <a16:creationId xmlns:a16="http://schemas.microsoft.com/office/drawing/2014/main" id="{ABA68FAA-5435-4CEF-B71E-E1367C34EF59}"/>
              </a:ext>
            </a:extLst>
          </p:cNvPr>
          <p:cNvSpPr>
            <a:spLocks xmlns:a="http://schemas.openxmlformats.org/drawingml/2006/main" noGrp="1"/>
          </p:cNvSpPr>
          <p:nvPr/>
        </p:nvSpPr>
        <p:spPr>
          <a:xfrm xmlns:a="http://schemas.openxmlformats.org/drawingml/2006/main">
            <a:off x="914400" y="4676775"/>
            <a:ext cx="419100" cy="41910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ch3">
            <a:extLst xmlns:a="http://schemas.openxmlformats.org/drawingml/2006/main">
              <a:ext uri="{FF2B5EF4-FFF2-40B4-BE49-F238E27FC236}">
                <a16:creationId xmlns:a16="http://schemas.microsoft.com/office/drawing/2014/main" id="{0DCCC124-F7F9-4ADC-A312-50E3D299F7B8}"/>
              </a:ext>
            </a:extLst>
          </p:cNvPr>
          <p:cNvSpPr>
            <a:spLocks xmlns:a="http://schemas.openxmlformats.org/drawingml/2006/main" noGrp="1"/>
          </p:cNvSpPr>
          <p:nvPr/>
        </p:nvSpPr>
        <p:spPr>
          <a:xfrm xmlns:a="http://schemas.openxmlformats.org/drawingml/2006/main">
            <a:off x="1619250" y="467677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제품 기능 통합</a:t>
            </a:r>
          </a:p>
        </p:txBody>
      </p:sp>
      <p:sp>
        <p:nvSpPr>
          <p:cNvPr id="20" name="cc3">
            <a:extLst xmlns:a="http://schemas.openxmlformats.org/drawingml/2006/main">
              <a:ext uri="{FF2B5EF4-FFF2-40B4-BE49-F238E27FC236}">
                <a16:creationId xmlns:a16="http://schemas.microsoft.com/office/drawing/2014/main" id="{59C4ECB8-DEB8-4409-8B7C-939F4291B3FA}"/>
              </a:ext>
            </a:extLst>
          </p:cNvPr>
          <p:cNvSpPr>
            <a:spLocks xmlns:a="http://schemas.openxmlformats.org/drawingml/2006/main" noGrp="1"/>
          </p:cNvSpPr>
          <p:nvPr/>
        </p:nvSpPr>
        <p:spPr>
          <a:xfrm xmlns:a="http://schemas.openxmlformats.org/drawingml/2006/main">
            <a:off x="4333875" y="4676775"/>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음성·UI·OTA가 동일한 CC1101/FHSS 기반을 공유</a:t>
            </a:r>
          </a:p>
        </p:txBody>
      </p:sp>
      <p:sp>
        <p:nvSpPr>
          <p:cNvPr id="21" name="nextline">
            <a:extLst xmlns:a="http://schemas.openxmlformats.org/drawingml/2006/main">
              <a:ext uri="{FF2B5EF4-FFF2-40B4-BE49-F238E27FC236}">
                <a16:creationId xmlns:a16="http://schemas.microsoft.com/office/drawing/2014/main" id="{95AD1B56-549E-4218-97DF-5ACE0BB5B33C}"/>
              </a:ext>
            </a:extLst>
          </p:cNvPr>
          <p:cNvSpPr>
            <a:spLocks xmlns:a="http://schemas.openxmlformats.org/drawingml/2006/main" noGrp="1"/>
          </p:cNvSpPr>
          <p:nvPr/>
        </p:nvSpPr>
        <p:spPr>
          <a:xfrm xmlns:a="http://schemas.openxmlformats.org/drawingml/2006/main">
            <a:off x="914400" y="5829300"/>
            <a:ext cx="11887200" cy="19050"/>
          </a:xfrm>
          <a:prstGeom xmlns:a="http://schemas.openxmlformats.org/drawingml/2006/main" prst="rect">
            <a:avLst/>
          </a:prstGeom>
          <a:solidFill xmlns:a="http://schemas.openxmlformats.org/drawingml/2006/main">
            <a:srgbClr val="171412"/>
          </a:solidFill>
          <a:ln xmlns:a="http://schemas.openxmlformats.org/drawingml/2006/main" w="0">
            <a:noFill/>
            <a:prstDash val="solid"/>
          </a:ln>
        </p:spPr>
      </p:sp>
      <p:sp>
        <p:nvSpPr>
          <p:cNvPr id="22" name="next-h">
            <a:extLst xmlns:a="http://schemas.openxmlformats.org/drawingml/2006/main">
              <a:ext uri="{FF2B5EF4-FFF2-40B4-BE49-F238E27FC236}">
                <a16:creationId xmlns:a16="http://schemas.microsoft.com/office/drawing/2014/main" id="{B65FD750-10E3-4747-AACA-179A61C328F9}"/>
              </a:ext>
            </a:extLst>
          </p:cNvPr>
          <p:cNvSpPr>
            <a:spLocks xmlns:a="http://schemas.openxmlformats.org/drawingml/2006/main" noGrp="1"/>
          </p:cNvSpPr>
          <p:nvPr/>
        </p:nvSpPr>
        <p:spPr>
          <a:xfrm xmlns:a="http://schemas.openxmlformats.org/drawingml/2006/main">
            <a:off x="914400" y="60769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C84308"/>
                </a:solidFill>
              </a:defRPr>
            </a:pPr>
            <a:r>
              <a:rPr sz="1725" b="1">
                <a:solidFill>
                  <a:srgbClr val="C84308"/>
                </a:solidFill>
              </a:rPr>
              <a:t>다음 단계</a:t>
            </a:r>
          </a:p>
        </p:txBody>
      </p:sp>
      <p:sp>
        <p:nvSpPr>
          <p:cNvPr id="23" name="next-b">
            <a:extLst xmlns:a="http://schemas.openxmlformats.org/drawingml/2006/main">
              <a:ext uri="{FF2B5EF4-FFF2-40B4-BE49-F238E27FC236}">
                <a16:creationId xmlns:a16="http://schemas.microsoft.com/office/drawing/2014/main" id="{179126C3-3DD1-4F3A-97BE-8971F11238BC}"/>
              </a:ext>
            </a:extLst>
          </p:cNvPr>
          <p:cNvSpPr>
            <a:spLocks xmlns:a="http://schemas.openxmlformats.org/drawingml/2006/main" noGrp="1"/>
          </p:cNvSpPr>
          <p:nvPr/>
        </p:nvSpPr>
        <p:spPr>
          <a:xfrm xmlns:a="http://schemas.openxmlformats.org/drawingml/2006/main">
            <a:off x="2857500" y="6029325"/>
            <a:ext cx="9944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슬롯 내부 다중 패킷 전송 검증 → 장시간 재동기 시험 → 다중 무전기 동시 OTA</a:t>
            </a:r>
          </a:p>
        </p:txBody>
      </p:sp>
      <p:sp>
        <p:nvSpPr>
          <p:cNvPr id="24" name="end">
            <a:extLst xmlns:a="http://schemas.openxmlformats.org/drawingml/2006/main">
              <a:ext uri="{FF2B5EF4-FFF2-40B4-BE49-F238E27FC236}">
                <a16:creationId xmlns:a16="http://schemas.microsoft.com/office/drawing/2014/main" id="{C554EE2F-307F-470A-9554-FC063CC14E9A}"/>
              </a:ext>
            </a:extLst>
          </p:cNvPr>
          <p:cNvSpPr>
            <a:spLocks xmlns:a="http://schemas.openxmlformats.org/drawingml/2006/main" noGrp="1"/>
          </p:cNvSpPr>
          <p:nvPr/>
        </p:nvSpPr>
        <p:spPr>
          <a:xfrm xmlns:a="http://schemas.openxmlformats.org/drawingml/2006/main">
            <a:off x="914400" y="6724650"/>
            <a:ext cx="1188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6F6A65"/>
                </a:solidFill>
              </a:defRPr>
            </a:pPr>
            <a:r>
              <a:rPr sz="1350" b="0">
                <a:solidFill>
                  <a:srgbClr val="6F6A65"/>
                </a:solidFill>
              </a:rPr>
              <a:t>질문 부탁드립니다</a:t>
            </a:r>
          </a:p>
        </p:txBody>
      </p:sp>
    </p:spTree>
    <p:extLst>
      <p:ext uri="{BB962C8B-B14F-4D97-AF65-F5344CB8AC3E}">
        <p14:creationId xmlns:p14="http://schemas.microsoft.com/office/powerpoint/2010/main" val="5994254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2026-08-24T05:01:53.5280000Z</dcterms:created>
  <dcterms:modified xsi:type="dcterms:W3CDTF">2026-08-24T05:01:53.5280000Z</dcterms:modified>
</coreProperties>
</file>